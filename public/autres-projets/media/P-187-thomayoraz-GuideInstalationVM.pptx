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5EC97F-0F2D-3E5A-4E1D-5EA316836C25}" v="25" dt="2024-11-18T13:35:10.741"/>
    <p1510:client id="{F237E744-13BB-2ED5-2C1E-C885C5F6DD6D}" v="1166" dt="2024-11-18T13:19:47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Mayoraz" userId="S::pp10xia@eduvaud.ch::e6b5906f-970f-4713-987d-c08c9aa978ea" providerId="AD" clId="Web-{F237E744-13BB-2ED5-2C1E-C885C5F6DD6D}"/>
    <pc:docChg chg="addSld delSld modSld">
      <pc:chgData name="Thomas Mayoraz" userId="S::pp10xia@eduvaud.ch::e6b5906f-970f-4713-987d-c08c9aa978ea" providerId="AD" clId="Web-{F237E744-13BB-2ED5-2C1E-C885C5F6DD6D}" dt="2024-11-18T13:19:47.034" v="1039" actId="14100"/>
      <pc:docMkLst>
        <pc:docMk/>
      </pc:docMkLst>
      <pc:sldChg chg="addSp modSp mod setBg">
        <pc:chgData name="Thomas Mayoraz" userId="S::pp10xia@eduvaud.ch::e6b5906f-970f-4713-987d-c08c9aa978ea" providerId="AD" clId="Web-{F237E744-13BB-2ED5-2C1E-C885C5F6DD6D}" dt="2024-11-18T12:18:50.961" v="34"/>
        <pc:sldMkLst>
          <pc:docMk/>
          <pc:sldMk cId="3784089036" sldId="256"/>
        </pc:sldMkLst>
        <pc:spChg chg="mo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8" creationId="{0E30439A-8A5B-46EC-8283-9B6B031D40D0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10" creationId="{5CEAD642-85CF-4750-8432-7C80C901F001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12" creationId="{FA33EEAE-15D5-4119-8C1E-89D943F911EF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14" creationId="{730D8B3B-9B80-4025-B934-26DC7D7CD231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16" creationId="{B5A1B09C-1565-46F8-B70F-621C5EB48A09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18" creationId="{8C516CC8-80AC-446C-A56E-9F54B7210402}"/>
          </ac:spMkLst>
        </pc:spChg>
        <pc:spChg chg="add">
          <ac:chgData name="Thomas Mayoraz" userId="S::pp10xia@eduvaud.ch::e6b5906f-970f-4713-987d-c08c9aa978ea" providerId="AD" clId="Web-{F237E744-13BB-2ED5-2C1E-C885C5F6DD6D}" dt="2024-11-18T12:18:50.961" v="34"/>
          <ac:spMkLst>
            <pc:docMk/>
            <pc:sldMk cId="3784089036" sldId="256"/>
            <ac:spMk id="20" creationId="{53947E58-F088-49F1-A3D1-DEA690192E84}"/>
          </ac:spMkLst>
        </pc:spChg>
      </pc:sldChg>
      <pc:sldChg chg="addSp delSp modSp new mod setBg">
        <pc:chgData name="Thomas Mayoraz" userId="S::pp10xia@eduvaud.ch::e6b5906f-970f-4713-987d-c08c9aa978ea" providerId="AD" clId="Web-{F237E744-13BB-2ED5-2C1E-C885C5F6DD6D}" dt="2024-11-18T13:06:52.515" v="1025" actId="20577"/>
        <pc:sldMkLst>
          <pc:docMk/>
          <pc:sldMk cId="255448490" sldId="257"/>
        </pc:sldMkLst>
        <pc:spChg chg="mod">
          <ac:chgData name="Thomas Mayoraz" userId="S::pp10xia@eduvaud.ch::e6b5906f-970f-4713-987d-c08c9aa978ea" providerId="AD" clId="Web-{F237E744-13BB-2ED5-2C1E-C885C5F6DD6D}" dt="2024-11-18T13:06:52.515" v="1025" actId="20577"/>
          <ac:spMkLst>
            <pc:docMk/>
            <pc:sldMk cId="255448490" sldId="257"/>
            <ac:spMk id="2" creationId="{F69188DF-FA96-025D-2F74-CE23AC04A4EA}"/>
          </ac:spMkLst>
        </pc:spChg>
        <pc:spChg chg="del">
          <ac:chgData name="Thomas Mayoraz" userId="S::pp10xia@eduvaud.ch::e6b5906f-970f-4713-987d-c08c9aa978ea" providerId="AD" clId="Web-{F237E744-13BB-2ED5-2C1E-C885C5F6DD6D}" dt="2024-11-18T12:18:38.710" v="32"/>
          <ac:spMkLst>
            <pc:docMk/>
            <pc:sldMk cId="255448490" sldId="257"/>
            <ac:spMk id="3" creationId="{25F4E913-E441-6F51-238D-527E74DDBAC0}"/>
          </ac:spMkLst>
        </pc:spChg>
        <pc:spChg chg="add mod">
          <ac:chgData name="Thomas Mayoraz" userId="S::pp10xia@eduvaud.ch::e6b5906f-970f-4713-987d-c08c9aa978ea" providerId="AD" clId="Web-{F237E744-13BB-2ED5-2C1E-C885C5F6DD6D}" dt="2024-11-18T12:19:41.352" v="50"/>
          <ac:spMkLst>
            <pc:docMk/>
            <pc:sldMk cId="255448490" sldId="257"/>
            <ac:spMk id="5" creationId="{8195FF64-7FBC-009D-8C11-4410560743BE}"/>
          </ac:spMkLst>
        </pc:spChg>
        <pc:spChg chg="add">
          <ac:chgData name="Thomas Mayoraz" userId="S::pp10xia@eduvaud.ch::e6b5906f-970f-4713-987d-c08c9aa978ea" providerId="AD" clId="Web-{F237E744-13BB-2ED5-2C1E-C885C5F6DD6D}" dt="2024-11-18T12:18:57.945" v="35"/>
          <ac:spMkLst>
            <pc:docMk/>
            <pc:sldMk cId="255448490" sldId="257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18:57.945" v="35"/>
          <ac:picMkLst>
            <pc:docMk/>
            <pc:sldMk cId="255448490" sldId="257"/>
            <ac:picMk id="4" creationId="{0488B3C9-2FB0-34C7-2869-47A9439687A1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3:07:00.047" v="1027" actId="20577"/>
        <pc:sldMkLst>
          <pc:docMk/>
          <pc:sldMk cId="2229283803" sldId="258"/>
        </pc:sldMkLst>
        <pc:spChg chg="mod">
          <ac:chgData name="Thomas Mayoraz" userId="S::pp10xia@eduvaud.ch::e6b5906f-970f-4713-987d-c08c9aa978ea" providerId="AD" clId="Web-{F237E744-13BB-2ED5-2C1E-C885C5F6DD6D}" dt="2024-11-18T13:07:00.047" v="1027" actId="20577"/>
          <ac:spMkLst>
            <pc:docMk/>
            <pc:sldMk cId="2229283803" sldId="258"/>
            <ac:spMk id="2" creationId="{246CF819-CE2D-F8F1-AFB5-86D5D0755102}"/>
          </ac:spMkLst>
        </pc:spChg>
        <pc:spChg chg="del">
          <ac:chgData name="Thomas Mayoraz" userId="S::pp10xia@eduvaud.ch::e6b5906f-970f-4713-987d-c08c9aa978ea" providerId="AD" clId="Web-{F237E744-13BB-2ED5-2C1E-C885C5F6DD6D}" dt="2024-11-18T12:20:10.650" v="53"/>
          <ac:spMkLst>
            <pc:docMk/>
            <pc:sldMk cId="2229283803" sldId="258"/>
            <ac:spMk id="3" creationId="{F5603345-26C0-FBCD-208C-8D4D3220A85A}"/>
          </ac:spMkLst>
        </pc:spChg>
        <pc:spChg chg="add">
          <ac:chgData name="Thomas Mayoraz" userId="S::pp10xia@eduvaud.ch::e6b5906f-970f-4713-987d-c08c9aa978ea" providerId="AD" clId="Web-{F237E744-13BB-2ED5-2C1E-C885C5F6DD6D}" dt="2024-11-18T12:20:13.978" v="54"/>
          <ac:spMkLst>
            <pc:docMk/>
            <pc:sldMk cId="2229283803" sldId="258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0:13.978" v="54"/>
          <ac:picMkLst>
            <pc:docMk/>
            <pc:sldMk cId="2229283803" sldId="258"/>
            <ac:picMk id="4" creationId="{451D1142-8D4A-BBD5-930D-3186968BE8B4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3:07:02.906" v="1028" actId="20577"/>
        <pc:sldMkLst>
          <pc:docMk/>
          <pc:sldMk cId="4081574952" sldId="259"/>
        </pc:sldMkLst>
        <pc:spChg chg="mod">
          <ac:chgData name="Thomas Mayoraz" userId="S::pp10xia@eduvaud.ch::e6b5906f-970f-4713-987d-c08c9aa978ea" providerId="AD" clId="Web-{F237E744-13BB-2ED5-2C1E-C885C5F6DD6D}" dt="2024-11-18T13:07:02.906" v="1028" actId="20577"/>
          <ac:spMkLst>
            <pc:docMk/>
            <pc:sldMk cId="4081574952" sldId="259"/>
            <ac:spMk id="2" creationId="{0956A90B-0F7A-3C98-E738-DD354148A49D}"/>
          </ac:spMkLst>
        </pc:spChg>
        <pc:spChg chg="del">
          <ac:chgData name="Thomas Mayoraz" userId="S::pp10xia@eduvaud.ch::e6b5906f-970f-4713-987d-c08c9aa978ea" providerId="AD" clId="Web-{F237E744-13BB-2ED5-2C1E-C885C5F6DD6D}" dt="2024-11-18T12:20:31.369" v="56"/>
          <ac:spMkLst>
            <pc:docMk/>
            <pc:sldMk cId="4081574952" sldId="259"/>
            <ac:spMk id="3" creationId="{9695BBB2-5E97-C318-B3B0-69F48C60CD7B}"/>
          </ac:spMkLst>
        </pc:spChg>
        <pc:spChg chg="add">
          <ac:chgData name="Thomas Mayoraz" userId="S::pp10xia@eduvaud.ch::e6b5906f-970f-4713-987d-c08c9aa978ea" providerId="AD" clId="Web-{F237E744-13BB-2ED5-2C1E-C885C5F6DD6D}" dt="2024-11-18T12:20:36.948" v="57"/>
          <ac:spMkLst>
            <pc:docMk/>
            <pc:sldMk cId="4081574952" sldId="259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0:36.948" v="57"/>
          <ac:picMkLst>
            <pc:docMk/>
            <pc:sldMk cId="4081574952" sldId="259"/>
            <ac:picMk id="4" creationId="{B1858276-FAA1-50EE-509C-90F5E134F66B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0:55.198" v="60"/>
        <pc:sldMkLst>
          <pc:docMk/>
          <pc:sldMk cId="4034917222" sldId="260"/>
        </pc:sldMkLst>
        <pc:spChg chg="mod">
          <ac:chgData name="Thomas Mayoraz" userId="S::pp10xia@eduvaud.ch::e6b5906f-970f-4713-987d-c08c9aa978ea" providerId="AD" clId="Web-{F237E744-13BB-2ED5-2C1E-C885C5F6DD6D}" dt="2024-11-18T12:20:55.198" v="60"/>
          <ac:spMkLst>
            <pc:docMk/>
            <pc:sldMk cId="4034917222" sldId="260"/>
            <ac:spMk id="2" creationId="{D49F1FBE-3AB0-33A0-B1B7-857C65C7874B}"/>
          </ac:spMkLst>
        </pc:spChg>
        <pc:spChg chg="del">
          <ac:chgData name="Thomas Mayoraz" userId="S::pp10xia@eduvaud.ch::e6b5906f-970f-4713-987d-c08c9aa978ea" providerId="AD" clId="Web-{F237E744-13BB-2ED5-2C1E-C885C5F6DD6D}" dt="2024-11-18T12:20:52.385" v="59"/>
          <ac:spMkLst>
            <pc:docMk/>
            <pc:sldMk cId="4034917222" sldId="260"/>
            <ac:spMk id="3" creationId="{DFBC0C50-B7F5-2482-C54D-1E04D610694A}"/>
          </ac:spMkLst>
        </pc:spChg>
        <pc:spChg chg="add">
          <ac:chgData name="Thomas Mayoraz" userId="S::pp10xia@eduvaud.ch::e6b5906f-970f-4713-987d-c08c9aa978ea" providerId="AD" clId="Web-{F237E744-13BB-2ED5-2C1E-C885C5F6DD6D}" dt="2024-11-18T12:20:55.198" v="60"/>
          <ac:spMkLst>
            <pc:docMk/>
            <pc:sldMk cId="4034917222" sldId="260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0:55.198" v="60"/>
          <ac:picMkLst>
            <pc:docMk/>
            <pc:sldMk cId="4034917222" sldId="260"/>
            <ac:picMk id="4" creationId="{0B2B93D7-5B97-B49E-0843-D85775386757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1:12.120" v="64"/>
        <pc:sldMkLst>
          <pc:docMk/>
          <pc:sldMk cId="2603473302" sldId="261"/>
        </pc:sldMkLst>
        <pc:spChg chg="mod">
          <ac:chgData name="Thomas Mayoraz" userId="S::pp10xia@eduvaud.ch::e6b5906f-970f-4713-987d-c08c9aa978ea" providerId="AD" clId="Web-{F237E744-13BB-2ED5-2C1E-C885C5F6DD6D}" dt="2024-11-18T12:21:12.120" v="64"/>
          <ac:spMkLst>
            <pc:docMk/>
            <pc:sldMk cId="2603473302" sldId="261"/>
            <ac:spMk id="2" creationId="{69E98EC6-20AF-B25E-2DDA-517A02AB68B1}"/>
          </ac:spMkLst>
        </pc:spChg>
        <pc:spChg chg="del">
          <ac:chgData name="Thomas Mayoraz" userId="S::pp10xia@eduvaud.ch::e6b5906f-970f-4713-987d-c08c9aa978ea" providerId="AD" clId="Web-{F237E744-13BB-2ED5-2C1E-C885C5F6DD6D}" dt="2024-11-18T12:21:09.308" v="63"/>
          <ac:spMkLst>
            <pc:docMk/>
            <pc:sldMk cId="2603473302" sldId="261"/>
            <ac:spMk id="3" creationId="{5132C487-488B-E368-57DC-17030B3DF973}"/>
          </ac:spMkLst>
        </pc:spChg>
        <pc:spChg chg="add">
          <ac:chgData name="Thomas Mayoraz" userId="S::pp10xia@eduvaud.ch::e6b5906f-970f-4713-987d-c08c9aa978ea" providerId="AD" clId="Web-{F237E744-13BB-2ED5-2C1E-C885C5F6DD6D}" dt="2024-11-18T12:21:12.120" v="64"/>
          <ac:spMkLst>
            <pc:docMk/>
            <pc:sldMk cId="2603473302" sldId="261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1:12.120" v="64"/>
          <ac:picMkLst>
            <pc:docMk/>
            <pc:sldMk cId="2603473302" sldId="261"/>
            <ac:picMk id="4" creationId="{85148086-93FA-3354-9AB5-D42F8A8BA864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1:32.058" v="69"/>
        <pc:sldMkLst>
          <pc:docMk/>
          <pc:sldMk cId="859256771" sldId="262"/>
        </pc:sldMkLst>
        <pc:spChg chg="mod">
          <ac:chgData name="Thomas Mayoraz" userId="S::pp10xia@eduvaud.ch::e6b5906f-970f-4713-987d-c08c9aa978ea" providerId="AD" clId="Web-{F237E744-13BB-2ED5-2C1E-C885C5F6DD6D}" dt="2024-11-18T12:21:32.058" v="69"/>
          <ac:spMkLst>
            <pc:docMk/>
            <pc:sldMk cId="859256771" sldId="262"/>
            <ac:spMk id="2" creationId="{6D4D07FD-660B-9062-E4A1-B4BACCF548F4}"/>
          </ac:spMkLst>
        </pc:spChg>
        <pc:spChg chg="del">
          <ac:chgData name="Thomas Mayoraz" userId="S::pp10xia@eduvaud.ch::e6b5906f-970f-4713-987d-c08c9aa978ea" providerId="AD" clId="Web-{F237E744-13BB-2ED5-2C1E-C885C5F6DD6D}" dt="2024-11-18T12:21:29.261" v="68"/>
          <ac:spMkLst>
            <pc:docMk/>
            <pc:sldMk cId="859256771" sldId="262"/>
            <ac:spMk id="3" creationId="{CD036955-F2E4-663B-567A-418FDCD55B78}"/>
          </ac:spMkLst>
        </pc:spChg>
        <pc:spChg chg="add">
          <ac:chgData name="Thomas Mayoraz" userId="S::pp10xia@eduvaud.ch::e6b5906f-970f-4713-987d-c08c9aa978ea" providerId="AD" clId="Web-{F237E744-13BB-2ED5-2C1E-C885C5F6DD6D}" dt="2024-11-18T12:21:32.058" v="69"/>
          <ac:spMkLst>
            <pc:docMk/>
            <pc:sldMk cId="859256771" sldId="262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1:32.058" v="69"/>
          <ac:picMkLst>
            <pc:docMk/>
            <pc:sldMk cId="859256771" sldId="262"/>
            <ac:picMk id="4" creationId="{E3A5C466-E13B-85C0-1626-7198461875A7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2:00.262" v="96"/>
        <pc:sldMkLst>
          <pc:docMk/>
          <pc:sldMk cId="501367525" sldId="263"/>
        </pc:sldMkLst>
        <pc:spChg chg="mod">
          <ac:chgData name="Thomas Mayoraz" userId="S::pp10xia@eduvaud.ch::e6b5906f-970f-4713-987d-c08c9aa978ea" providerId="AD" clId="Web-{F237E744-13BB-2ED5-2C1E-C885C5F6DD6D}" dt="2024-11-18T12:22:00.262" v="96"/>
          <ac:spMkLst>
            <pc:docMk/>
            <pc:sldMk cId="501367525" sldId="263"/>
            <ac:spMk id="2" creationId="{9ACDF9F4-A131-C396-B044-8B026EDDC977}"/>
          </ac:spMkLst>
        </pc:spChg>
        <pc:spChg chg="del">
          <ac:chgData name="Thomas Mayoraz" userId="S::pp10xia@eduvaud.ch::e6b5906f-970f-4713-987d-c08c9aa978ea" providerId="AD" clId="Web-{F237E744-13BB-2ED5-2C1E-C885C5F6DD6D}" dt="2024-11-18T12:21:57.965" v="95"/>
          <ac:spMkLst>
            <pc:docMk/>
            <pc:sldMk cId="501367525" sldId="263"/>
            <ac:spMk id="3" creationId="{24E00FFE-5E41-7709-F8F3-67B5176DACE9}"/>
          </ac:spMkLst>
        </pc:spChg>
        <pc:spChg chg="add">
          <ac:chgData name="Thomas Mayoraz" userId="S::pp10xia@eduvaud.ch::e6b5906f-970f-4713-987d-c08c9aa978ea" providerId="AD" clId="Web-{F237E744-13BB-2ED5-2C1E-C885C5F6DD6D}" dt="2024-11-18T12:22:00.262" v="96"/>
          <ac:spMkLst>
            <pc:docMk/>
            <pc:sldMk cId="501367525" sldId="263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2:00.262" v="96"/>
          <ac:picMkLst>
            <pc:docMk/>
            <pc:sldMk cId="501367525" sldId="263"/>
            <ac:picMk id="4" creationId="{23792A06-FE3E-27AF-1503-12BAC95B9000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2:17.544" v="100"/>
        <pc:sldMkLst>
          <pc:docMk/>
          <pc:sldMk cId="4286584562" sldId="264"/>
        </pc:sldMkLst>
        <pc:spChg chg="mod">
          <ac:chgData name="Thomas Mayoraz" userId="S::pp10xia@eduvaud.ch::e6b5906f-970f-4713-987d-c08c9aa978ea" providerId="AD" clId="Web-{F237E744-13BB-2ED5-2C1E-C885C5F6DD6D}" dt="2024-11-18T12:22:17.544" v="100"/>
          <ac:spMkLst>
            <pc:docMk/>
            <pc:sldMk cId="4286584562" sldId="264"/>
            <ac:spMk id="2" creationId="{2A964D9E-1FBB-9AF9-E185-BA025EE538C5}"/>
          </ac:spMkLst>
        </pc:spChg>
        <pc:spChg chg="del">
          <ac:chgData name="Thomas Mayoraz" userId="S::pp10xia@eduvaud.ch::e6b5906f-970f-4713-987d-c08c9aa978ea" providerId="AD" clId="Web-{F237E744-13BB-2ED5-2C1E-C885C5F6DD6D}" dt="2024-11-18T12:22:14.762" v="99"/>
          <ac:spMkLst>
            <pc:docMk/>
            <pc:sldMk cId="4286584562" sldId="264"/>
            <ac:spMk id="3" creationId="{6CFE84E9-6D23-4274-E6DE-B3D9F4358904}"/>
          </ac:spMkLst>
        </pc:spChg>
        <pc:spChg chg="add">
          <ac:chgData name="Thomas Mayoraz" userId="S::pp10xia@eduvaud.ch::e6b5906f-970f-4713-987d-c08c9aa978ea" providerId="AD" clId="Web-{F237E744-13BB-2ED5-2C1E-C885C5F6DD6D}" dt="2024-11-18T12:22:17.544" v="100"/>
          <ac:spMkLst>
            <pc:docMk/>
            <pc:sldMk cId="4286584562" sldId="264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2:17.544" v="100"/>
          <ac:picMkLst>
            <pc:docMk/>
            <pc:sldMk cId="4286584562" sldId="264"/>
            <ac:picMk id="4" creationId="{85CF9720-7DE9-494B-CBFB-D7E6C2C02859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2:32.263" v="103"/>
        <pc:sldMkLst>
          <pc:docMk/>
          <pc:sldMk cId="2653919578" sldId="265"/>
        </pc:sldMkLst>
        <pc:spChg chg="mod">
          <ac:chgData name="Thomas Mayoraz" userId="S::pp10xia@eduvaud.ch::e6b5906f-970f-4713-987d-c08c9aa978ea" providerId="AD" clId="Web-{F237E744-13BB-2ED5-2C1E-C885C5F6DD6D}" dt="2024-11-18T12:22:32.263" v="103"/>
          <ac:spMkLst>
            <pc:docMk/>
            <pc:sldMk cId="2653919578" sldId="265"/>
            <ac:spMk id="2" creationId="{F00474AD-AF5E-4800-A680-CE7A33C591B2}"/>
          </ac:spMkLst>
        </pc:spChg>
        <pc:spChg chg="del">
          <ac:chgData name="Thomas Mayoraz" userId="S::pp10xia@eduvaud.ch::e6b5906f-970f-4713-987d-c08c9aa978ea" providerId="AD" clId="Web-{F237E744-13BB-2ED5-2C1E-C885C5F6DD6D}" dt="2024-11-18T12:22:29.403" v="102"/>
          <ac:spMkLst>
            <pc:docMk/>
            <pc:sldMk cId="2653919578" sldId="265"/>
            <ac:spMk id="3" creationId="{8EE5BF86-3AC0-2631-DCAD-641597D7CC81}"/>
          </ac:spMkLst>
        </pc:spChg>
        <pc:spChg chg="add">
          <ac:chgData name="Thomas Mayoraz" userId="S::pp10xia@eduvaud.ch::e6b5906f-970f-4713-987d-c08c9aa978ea" providerId="AD" clId="Web-{F237E744-13BB-2ED5-2C1E-C885C5F6DD6D}" dt="2024-11-18T12:22:32.263" v="103"/>
          <ac:spMkLst>
            <pc:docMk/>
            <pc:sldMk cId="2653919578" sldId="265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2:32.263" v="103"/>
          <ac:picMkLst>
            <pc:docMk/>
            <pc:sldMk cId="2653919578" sldId="265"/>
            <ac:picMk id="4" creationId="{4FCDC14C-E7A1-1DE4-1658-3412831D09EE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2:51.060" v="106"/>
        <pc:sldMkLst>
          <pc:docMk/>
          <pc:sldMk cId="686333424" sldId="266"/>
        </pc:sldMkLst>
        <pc:spChg chg="mod">
          <ac:chgData name="Thomas Mayoraz" userId="S::pp10xia@eduvaud.ch::e6b5906f-970f-4713-987d-c08c9aa978ea" providerId="AD" clId="Web-{F237E744-13BB-2ED5-2C1E-C885C5F6DD6D}" dt="2024-11-18T12:22:51.060" v="106"/>
          <ac:spMkLst>
            <pc:docMk/>
            <pc:sldMk cId="686333424" sldId="266"/>
            <ac:spMk id="2" creationId="{D62C5742-A7C4-B657-D5FA-871640BE9829}"/>
          </ac:spMkLst>
        </pc:spChg>
        <pc:spChg chg="del">
          <ac:chgData name="Thomas Mayoraz" userId="S::pp10xia@eduvaud.ch::e6b5906f-970f-4713-987d-c08c9aa978ea" providerId="AD" clId="Web-{F237E744-13BB-2ED5-2C1E-C885C5F6DD6D}" dt="2024-11-18T12:22:48.091" v="105"/>
          <ac:spMkLst>
            <pc:docMk/>
            <pc:sldMk cId="686333424" sldId="266"/>
            <ac:spMk id="3" creationId="{E8C1105B-62AA-63B9-A8B9-986F3EA5DFB8}"/>
          </ac:spMkLst>
        </pc:spChg>
        <pc:spChg chg="add">
          <ac:chgData name="Thomas Mayoraz" userId="S::pp10xia@eduvaud.ch::e6b5906f-970f-4713-987d-c08c9aa978ea" providerId="AD" clId="Web-{F237E744-13BB-2ED5-2C1E-C885C5F6DD6D}" dt="2024-11-18T12:22:51.060" v="106"/>
          <ac:spMkLst>
            <pc:docMk/>
            <pc:sldMk cId="686333424" sldId="266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2:51.060" v="106"/>
          <ac:picMkLst>
            <pc:docMk/>
            <pc:sldMk cId="686333424" sldId="266"/>
            <ac:picMk id="4" creationId="{72A4283F-120F-C8FB-A6FA-CE054C5A9FC3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3:27.530" v="111"/>
        <pc:sldMkLst>
          <pc:docMk/>
          <pc:sldMk cId="1919173782" sldId="267"/>
        </pc:sldMkLst>
        <pc:spChg chg="mod">
          <ac:chgData name="Thomas Mayoraz" userId="S::pp10xia@eduvaud.ch::e6b5906f-970f-4713-987d-c08c9aa978ea" providerId="AD" clId="Web-{F237E744-13BB-2ED5-2C1E-C885C5F6DD6D}" dt="2024-11-18T12:23:27.530" v="111"/>
          <ac:spMkLst>
            <pc:docMk/>
            <pc:sldMk cId="1919173782" sldId="267"/>
            <ac:spMk id="2" creationId="{192504A8-526F-508B-74B9-574763E4555D}"/>
          </ac:spMkLst>
        </pc:spChg>
        <pc:spChg chg="del">
          <ac:chgData name="Thomas Mayoraz" userId="S::pp10xia@eduvaud.ch::e6b5906f-970f-4713-987d-c08c9aa978ea" providerId="AD" clId="Web-{F237E744-13BB-2ED5-2C1E-C885C5F6DD6D}" dt="2024-11-18T12:23:24.499" v="110"/>
          <ac:spMkLst>
            <pc:docMk/>
            <pc:sldMk cId="1919173782" sldId="267"/>
            <ac:spMk id="3" creationId="{CD876B60-B90D-1E88-5031-D95A2E2005A4}"/>
          </ac:spMkLst>
        </pc:spChg>
        <pc:spChg chg="add">
          <ac:chgData name="Thomas Mayoraz" userId="S::pp10xia@eduvaud.ch::e6b5906f-970f-4713-987d-c08c9aa978ea" providerId="AD" clId="Web-{F237E744-13BB-2ED5-2C1E-C885C5F6DD6D}" dt="2024-11-18T12:23:27.530" v="111"/>
          <ac:spMkLst>
            <pc:docMk/>
            <pc:sldMk cId="1919173782" sldId="267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3:27.530" v="111"/>
          <ac:picMkLst>
            <pc:docMk/>
            <pc:sldMk cId="1919173782" sldId="267"/>
            <ac:picMk id="4" creationId="{DE452844-7175-3EFF-CB39-1A7401FA7F1D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3:48.952" v="115"/>
        <pc:sldMkLst>
          <pc:docMk/>
          <pc:sldMk cId="633541638" sldId="268"/>
        </pc:sldMkLst>
        <pc:spChg chg="mod">
          <ac:chgData name="Thomas Mayoraz" userId="S::pp10xia@eduvaud.ch::e6b5906f-970f-4713-987d-c08c9aa978ea" providerId="AD" clId="Web-{F237E744-13BB-2ED5-2C1E-C885C5F6DD6D}" dt="2024-11-18T12:23:48.952" v="115"/>
          <ac:spMkLst>
            <pc:docMk/>
            <pc:sldMk cId="633541638" sldId="268"/>
            <ac:spMk id="2" creationId="{6E695C85-9A37-E6CF-3E45-303B70BA7574}"/>
          </ac:spMkLst>
        </pc:spChg>
        <pc:spChg chg="del">
          <ac:chgData name="Thomas Mayoraz" userId="S::pp10xia@eduvaud.ch::e6b5906f-970f-4713-987d-c08c9aa978ea" providerId="AD" clId="Web-{F237E744-13BB-2ED5-2C1E-C885C5F6DD6D}" dt="2024-11-18T12:23:38.296" v="114"/>
          <ac:spMkLst>
            <pc:docMk/>
            <pc:sldMk cId="633541638" sldId="268"/>
            <ac:spMk id="3" creationId="{ED16AB06-C9C1-0728-BFA3-37DCE9E0A028}"/>
          </ac:spMkLst>
        </pc:spChg>
        <pc:spChg chg="add">
          <ac:chgData name="Thomas Mayoraz" userId="S::pp10xia@eduvaud.ch::e6b5906f-970f-4713-987d-c08c9aa978ea" providerId="AD" clId="Web-{F237E744-13BB-2ED5-2C1E-C885C5F6DD6D}" dt="2024-11-18T12:23:48.952" v="115"/>
          <ac:spMkLst>
            <pc:docMk/>
            <pc:sldMk cId="633541638" sldId="268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3:48.952" v="115"/>
          <ac:picMkLst>
            <pc:docMk/>
            <pc:sldMk cId="633541638" sldId="268"/>
            <ac:picMk id="4" creationId="{1DE30B53-574F-59F2-8ED3-7E7668A479F4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3:58.656" v="119"/>
        <pc:sldMkLst>
          <pc:docMk/>
          <pc:sldMk cId="1090443997" sldId="269"/>
        </pc:sldMkLst>
        <pc:spChg chg="mod">
          <ac:chgData name="Thomas Mayoraz" userId="S::pp10xia@eduvaud.ch::e6b5906f-970f-4713-987d-c08c9aa978ea" providerId="AD" clId="Web-{F237E744-13BB-2ED5-2C1E-C885C5F6DD6D}" dt="2024-11-18T12:23:58.656" v="119"/>
          <ac:spMkLst>
            <pc:docMk/>
            <pc:sldMk cId="1090443997" sldId="269"/>
            <ac:spMk id="2" creationId="{ED69E02F-4FA7-429B-3DBE-59A9872663DB}"/>
          </ac:spMkLst>
        </pc:spChg>
        <pc:spChg chg="del">
          <ac:chgData name="Thomas Mayoraz" userId="S::pp10xia@eduvaud.ch::e6b5906f-970f-4713-987d-c08c9aa978ea" providerId="AD" clId="Web-{F237E744-13BB-2ED5-2C1E-C885C5F6DD6D}" dt="2024-11-18T12:23:55.749" v="118"/>
          <ac:spMkLst>
            <pc:docMk/>
            <pc:sldMk cId="1090443997" sldId="269"/>
            <ac:spMk id="3" creationId="{6DC42E17-9615-0075-2222-FC10AC728D56}"/>
          </ac:spMkLst>
        </pc:spChg>
        <pc:spChg chg="add">
          <ac:chgData name="Thomas Mayoraz" userId="S::pp10xia@eduvaud.ch::e6b5906f-970f-4713-987d-c08c9aa978ea" providerId="AD" clId="Web-{F237E744-13BB-2ED5-2C1E-C885C5F6DD6D}" dt="2024-11-18T12:23:58.656" v="119"/>
          <ac:spMkLst>
            <pc:docMk/>
            <pc:sldMk cId="1090443997" sldId="269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3:58.656" v="119"/>
          <ac:picMkLst>
            <pc:docMk/>
            <pc:sldMk cId="1090443997" sldId="269"/>
            <ac:picMk id="4" creationId="{20803055-97FD-DB13-AFB1-2F05FA5686F5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4:26.875" v="125"/>
        <pc:sldMkLst>
          <pc:docMk/>
          <pc:sldMk cId="1383928190" sldId="270"/>
        </pc:sldMkLst>
        <pc:spChg chg="mod">
          <ac:chgData name="Thomas Mayoraz" userId="S::pp10xia@eduvaud.ch::e6b5906f-970f-4713-987d-c08c9aa978ea" providerId="AD" clId="Web-{F237E744-13BB-2ED5-2C1E-C885C5F6DD6D}" dt="2024-11-18T12:24:26.875" v="125"/>
          <ac:spMkLst>
            <pc:docMk/>
            <pc:sldMk cId="1383928190" sldId="270"/>
            <ac:spMk id="2" creationId="{455719ED-E236-DE57-6410-163EFC465E6D}"/>
          </ac:spMkLst>
        </pc:spChg>
        <pc:spChg chg="del">
          <ac:chgData name="Thomas Mayoraz" userId="S::pp10xia@eduvaud.ch::e6b5906f-970f-4713-987d-c08c9aa978ea" providerId="AD" clId="Web-{F237E744-13BB-2ED5-2C1E-C885C5F6DD6D}" dt="2024-11-18T12:24:15.562" v="122"/>
          <ac:spMkLst>
            <pc:docMk/>
            <pc:sldMk cId="1383928190" sldId="270"/>
            <ac:spMk id="3" creationId="{48385B73-9F9D-D4BF-125A-98C50E060C36}"/>
          </ac:spMkLst>
        </pc:spChg>
        <pc:spChg chg="add">
          <ac:chgData name="Thomas Mayoraz" userId="S::pp10xia@eduvaud.ch::e6b5906f-970f-4713-987d-c08c9aa978ea" providerId="AD" clId="Web-{F237E744-13BB-2ED5-2C1E-C885C5F6DD6D}" dt="2024-11-18T12:24:26.875" v="125"/>
          <ac:spMkLst>
            <pc:docMk/>
            <pc:sldMk cId="1383928190" sldId="270"/>
            <ac:spMk id="8" creationId="{DD081C6D-9F7E-75DF-86D3-114053982D52}"/>
          </ac:spMkLst>
        </pc:spChg>
        <pc:spChg chg="add del">
          <ac:chgData name="Thomas Mayoraz" userId="S::pp10xia@eduvaud.ch::e6b5906f-970f-4713-987d-c08c9aa978ea" providerId="AD" clId="Web-{F237E744-13BB-2ED5-2C1E-C885C5F6DD6D}" dt="2024-11-18T12:24:26.859" v="124"/>
          <ac:spMkLst>
            <pc:docMk/>
            <pc:sldMk cId="1383928190" sldId="270"/>
            <ac:spMk id="9" creationId="{BCED4D40-4B67-4331-AC48-79B82B4A47D8}"/>
          </ac:spMkLst>
        </pc:spChg>
        <pc:spChg chg="add del">
          <ac:chgData name="Thomas Mayoraz" userId="S::pp10xia@eduvaud.ch::e6b5906f-970f-4713-987d-c08c9aa978ea" providerId="AD" clId="Web-{F237E744-13BB-2ED5-2C1E-C885C5F6DD6D}" dt="2024-11-18T12:24:26.859" v="124"/>
          <ac:spMkLst>
            <pc:docMk/>
            <pc:sldMk cId="1383928190" sldId="270"/>
            <ac:spMk id="11" creationId="{670CEDEF-4F34-412E-84EE-329C1E936AF5}"/>
          </ac:spMkLst>
        </pc:spChg>
        <pc:spChg chg="add">
          <ac:chgData name="Thomas Mayoraz" userId="S::pp10xia@eduvaud.ch::e6b5906f-970f-4713-987d-c08c9aa978ea" providerId="AD" clId="Web-{F237E744-13BB-2ED5-2C1E-C885C5F6DD6D}" dt="2024-11-18T12:24:26.875" v="125"/>
          <ac:spMkLst>
            <pc:docMk/>
            <pc:sldMk cId="1383928190" sldId="270"/>
            <ac:spMk id="13" creationId="{E7BFF8DC-0AE7-4AD2-9B28-2E5F26D62C30}"/>
          </ac:spMkLst>
        </pc:spChg>
        <pc:spChg chg="add">
          <ac:chgData name="Thomas Mayoraz" userId="S::pp10xia@eduvaud.ch::e6b5906f-970f-4713-987d-c08c9aa978ea" providerId="AD" clId="Web-{F237E744-13BB-2ED5-2C1E-C885C5F6DD6D}" dt="2024-11-18T12:24:26.875" v="125"/>
          <ac:spMkLst>
            <pc:docMk/>
            <pc:sldMk cId="1383928190" sldId="270"/>
            <ac:spMk id="14" creationId="{2596F992-698C-48C0-9D89-70DA4CE927EF}"/>
          </ac:spMkLst>
        </pc:spChg>
        <pc:spChg chg="add">
          <ac:chgData name="Thomas Mayoraz" userId="S::pp10xia@eduvaud.ch::e6b5906f-970f-4713-987d-c08c9aa978ea" providerId="AD" clId="Web-{F237E744-13BB-2ED5-2C1E-C885C5F6DD6D}" dt="2024-11-18T12:24:26.875" v="125"/>
          <ac:spMkLst>
            <pc:docMk/>
            <pc:sldMk cId="1383928190" sldId="270"/>
            <ac:spMk id="15" creationId="{7E0162AD-C6E5-4BF8-A453-76ADB36877D3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4:26.875" v="125"/>
          <ac:picMkLst>
            <pc:docMk/>
            <pc:sldMk cId="1383928190" sldId="270"/>
            <ac:picMk id="4" creationId="{66D711FC-A7E7-F871-384D-CD05968BE5FB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4:54.626" v="129"/>
        <pc:sldMkLst>
          <pc:docMk/>
          <pc:sldMk cId="3445446737" sldId="271"/>
        </pc:sldMkLst>
        <pc:spChg chg="mod">
          <ac:chgData name="Thomas Mayoraz" userId="S::pp10xia@eduvaud.ch::e6b5906f-970f-4713-987d-c08c9aa978ea" providerId="AD" clId="Web-{F237E744-13BB-2ED5-2C1E-C885C5F6DD6D}" dt="2024-11-18T12:24:54.626" v="129"/>
          <ac:spMkLst>
            <pc:docMk/>
            <pc:sldMk cId="3445446737" sldId="271"/>
            <ac:spMk id="2" creationId="{720FFA99-CFCC-F8A9-5195-4CB5DB4BBCEB}"/>
          </ac:spMkLst>
        </pc:spChg>
        <pc:spChg chg="del">
          <ac:chgData name="Thomas Mayoraz" userId="S::pp10xia@eduvaud.ch::e6b5906f-970f-4713-987d-c08c9aa978ea" providerId="AD" clId="Web-{F237E744-13BB-2ED5-2C1E-C885C5F6DD6D}" dt="2024-11-18T12:24:51.454" v="128"/>
          <ac:spMkLst>
            <pc:docMk/>
            <pc:sldMk cId="3445446737" sldId="271"/>
            <ac:spMk id="3" creationId="{A13792C7-E678-BFA6-2F9E-0644AE2870FF}"/>
          </ac:spMkLst>
        </pc:spChg>
        <pc:spChg chg="add">
          <ac:chgData name="Thomas Mayoraz" userId="S::pp10xia@eduvaud.ch::e6b5906f-970f-4713-987d-c08c9aa978ea" providerId="AD" clId="Web-{F237E744-13BB-2ED5-2C1E-C885C5F6DD6D}" dt="2024-11-18T12:24:54.626" v="129"/>
          <ac:spMkLst>
            <pc:docMk/>
            <pc:sldMk cId="3445446737" sldId="271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4:54.626" v="129"/>
          <ac:picMkLst>
            <pc:docMk/>
            <pc:sldMk cId="3445446737" sldId="271"/>
            <ac:picMk id="4" creationId="{11BF2A9E-4F1E-73BF-75FC-5A5C8DEEEB8C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5:22.814" v="133"/>
        <pc:sldMkLst>
          <pc:docMk/>
          <pc:sldMk cId="276110052" sldId="272"/>
        </pc:sldMkLst>
        <pc:spChg chg="mod">
          <ac:chgData name="Thomas Mayoraz" userId="S::pp10xia@eduvaud.ch::e6b5906f-970f-4713-987d-c08c9aa978ea" providerId="AD" clId="Web-{F237E744-13BB-2ED5-2C1E-C885C5F6DD6D}" dt="2024-11-18T12:25:22.814" v="133"/>
          <ac:spMkLst>
            <pc:docMk/>
            <pc:sldMk cId="276110052" sldId="272"/>
            <ac:spMk id="2" creationId="{DF1DFAC7-0DC3-A59A-3180-B600D9EC4CEA}"/>
          </ac:spMkLst>
        </pc:spChg>
        <pc:spChg chg="del">
          <ac:chgData name="Thomas Mayoraz" userId="S::pp10xia@eduvaud.ch::e6b5906f-970f-4713-987d-c08c9aa978ea" providerId="AD" clId="Web-{F237E744-13BB-2ED5-2C1E-C885C5F6DD6D}" dt="2024-11-18T12:25:14.017" v="132"/>
          <ac:spMkLst>
            <pc:docMk/>
            <pc:sldMk cId="276110052" sldId="272"/>
            <ac:spMk id="3" creationId="{FC52AA03-D5B0-B557-4F7F-16DDB548026B}"/>
          </ac:spMkLst>
        </pc:spChg>
        <pc:spChg chg="add">
          <ac:chgData name="Thomas Mayoraz" userId="S::pp10xia@eduvaud.ch::e6b5906f-970f-4713-987d-c08c9aa978ea" providerId="AD" clId="Web-{F237E744-13BB-2ED5-2C1E-C885C5F6DD6D}" dt="2024-11-18T12:25:22.814" v="133"/>
          <ac:spMkLst>
            <pc:docMk/>
            <pc:sldMk cId="276110052" sldId="272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5:22.814" v="133"/>
          <ac:picMkLst>
            <pc:docMk/>
            <pc:sldMk cId="276110052" sldId="272"/>
            <ac:picMk id="4" creationId="{6E538E38-05F5-D3BC-160F-0D88005B799D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6:19.878" v="142"/>
        <pc:sldMkLst>
          <pc:docMk/>
          <pc:sldMk cId="1766075220" sldId="273"/>
        </pc:sldMkLst>
        <pc:spChg chg="mod">
          <ac:chgData name="Thomas Mayoraz" userId="S::pp10xia@eduvaud.ch::e6b5906f-970f-4713-987d-c08c9aa978ea" providerId="AD" clId="Web-{F237E744-13BB-2ED5-2C1E-C885C5F6DD6D}" dt="2024-11-18T12:26:19.878" v="142"/>
          <ac:spMkLst>
            <pc:docMk/>
            <pc:sldMk cId="1766075220" sldId="273"/>
            <ac:spMk id="2" creationId="{CE6713A1-61FA-ED59-4AE6-B589459FE542}"/>
          </ac:spMkLst>
        </pc:spChg>
        <pc:spChg chg="del">
          <ac:chgData name="Thomas Mayoraz" userId="S::pp10xia@eduvaud.ch::e6b5906f-970f-4713-987d-c08c9aa978ea" providerId="AD" clId="Web-{F237E744-13BB-2ED5-2C1E-C885C5F6DD6D}" dt="2024-11-18T12:26:16.909" v="141"/>
          <ac:spMkLst>
            <pc:docMk/>
            <pc:sldMk cId="1766075220" sldId="273"/>
            <ac:spMk id="3" creationId="{6DD7B1D9-1BAC-267F-35F5-CDEFDFB56529}"/>
          </ac:spMkLst>
        </pc:spChg>
        <pc:spChg chg="add">
          <ac:chgData name="Thomas Mayoraz" userId="S::pp10xia@eduvaud.ch::e6b5906f-970f-4713-987d-c08c9aa978ea" providerId="AD" clId="Web-{F237E744-13BB-2ED5-2C1E-C885C5F6DD6D}" dt="2024-11-18T12:26:19.878" v="142"/>
          <ac:spMkLst>
            <pc:docMk/>
            <pc:sldMk cId="1766075220" sldId="273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6:19.878" v="142"/>
          <ac:picMkLst>
            <pc:docMk/>
            <pc:sldMk cId="1766075220" sldId="273"/>
            <ac:picMk id="4" creationId="{141FB0EC-505B-52ED-7EF0-57C3A03EF6A2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7:32.598" v="146"/>
        <pc:sldMkLst>
          <pc:docMk/>
          <pc:sldMk cId="2440658199" sldId="274"/>
        </pc:sldMkLst>
        <pc:spChg chg="mod">
          <ac:chgData name="Thomas Mayoraz" userId="S::pp10xia@eduvaud.ch::e6b5906f-970f-4713-987d-c08c9aa978ea" providerId="AD" clId="Web-{F237E744-13BB-2ED5-2C1E-C885C5F6DD6D}" dt="2024-11-18T12:27:32.598" v="146"/>
          <ac:spMkLst>
            <pc:docMk/>
            <pc:sldMk cId="2440658199" sldId="274"/>
            <ac:spMk id="2" creationId="{7F591840-DC27-EB49-8221-ACAA89F953C1}"/>
          </ac:spMkLst>
        </pc:spChg>
        <pc:spChg chg="del">
          <ac:chgData name="Thomas Mayoraz" userId="S::pp10xia@eduvaud.ch::e6b5906f-970f-4713-987d-c08c9aa978ea" providerId="AD" clId="Web-{F237E744-13BB-2ED5-2C1E-C885C5F6DD6D}" dt="2024-11-18T12:27:29.661" v="145"/>
          <ac:spMkLst>
            <pc:docMk/>
            <pc:sldMk cId="2440658199" sldId="274"/>
            <ac:spMk id="3" creationId="{35100053-32CE-BCD0-4D53-8999E8A789D0}"/>
          </ac:spMkLst>
        </pc:spChg>
        <pc:spChg chg="add">
          <ac:chgData name="Thomas Mayoraz" userId="S::pp10xia@eduvaud.ch::e6b5906f-970f-4713-987d-c08c9aa978ea" providerId="AD" clId="Web-{F237E744-13BB-2ED5-2C1E-C885C5F6DD6D}" dt="2024-11-18T12:27:32.598" v="146"/>
          <ac:spMkLst>
            <pc:docMk/>
            <pc:sldMk cId="2440658199" sldId="274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7:32.598" v="146"/>
          <ac:picMkLst>
            <pc:docMk/>
            <pc:sldMk cId="2440658199" sldId="274"/>
            <ac:picMk id="4" creationId="{FAFEFAF1-42E1-326C-44A0-FDCF170B7227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8:30.928" v="171"/>
        <pc:sldMkLst>
          <pc:docMk/>
          <pc:sldMk cId="819501781" sldId="275"/>
        </pc:sldMkLst>
        <pc:spChg chg="mod">
          <ac:chgData name="Thomas Mayoraz" userId="S::pp10xia@eduvaud.ch::e6b5906f-970f-4713-987d-c08c9aa978ea" providerId="AD" clId="Web-{F237E744-13BB-2ED5-2C1E-C885C5F6DD6D}" dt="2024-11-18T12:28:30.928" v="171"/>
          <ac:spMkLst>
            <pc:docMk/>
            <pc:sldMk cId="819501781" sldId="275"/>
            <ac:spMk id="2" creationId="{17B68A6E-2D24-0665-8BFC-EDA58EAE9914}"/>
          </ac:spMkLst>
        </pc:spChg>
        <pc:spChg chg="del">
          <ac:chgData name="Thomas Mayoraz" userId="S::pp10xia@eduvaud.ch::e6b5906f-970f-4713-987d-c08c9aa978ea" providerId="AD" clId="Web-{F237E744-13BB-2ED5-2C1E-C885C5F6DD6D}" dt="2024-11-18T12:27:52.958" v="147"/>
          <ac:spMkLst>
            <pc:docMk/>
            <pc:sldMk cId="819501781" sldId="275"/>
            <ac:spMk id="3" creationId="{E6BB487B-C8E8-105D-457C-146926195DAF}"/>
          </ac:spMkLst>
        </pc:spChg>
        <pc:spChg chg="add">
          <ac:chgData name="Thomas Mayoraz" userId="S::pp10xia@eduvaud.ch::e6b5906f-970f-4713-987d-c08c9aa978ea" providerId="AD" clId="Web-{F237E744-13BB-2ED5-2C1E-C885C5F6DD6D}" dt="2024-11-18T12:28:30.928" v="171"/>
          <ac:spMkLst>
            <pc:docMk/>
            <pc:sldMk cId="819501781" sldId="275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8:30.928" v="171"/>
          <ac:picMkLst>
            <pc:docMk/>
            <pc:sldMk cId="819501781" sldId="275"/>
            <ac:picMk id="4" creationId="{11591589-E535-13CE-90AE-D2009131785D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29:21.648" v="188"/>
        <pc:sldMkLst>
          <pc:docMk/>
          <pc:sldMk cId="442645356" sldId="276"/>
        </pc:sldMkLst>
        <pc:spChg chg="mod">
          <ac:chgData name="Thomas Mayoraz" userId="S::pp10xia@eduvaud.ch::e6b5906f-970f-4713-987d-c08c9aa978ea" providerId="AD" clId="Web-{F237E744-13BB-2ED5-2C1E-C885C5F6DD6D}" dt="2024-11-18T12:29:21.648" v="188"/>
          <ac:spMkLst>
            <pc:docMk/>
            <pc:sldMk cId="442645356" sldId="276"/>
            <ac:spMk id="2" creationId="{DA762B9B-7D47-1B0D-4F8A-B0F13E082401}"/>
          </ac:spMkLst>
        </pc:spChg>
        <pc:spChg chg="del">
          <ac:chgData name="Thomas Mayoraz" userId="S::pp10xia@eduvaud.ch::e6b5906f-970f-4713-987d-c08c9aa978ea" providerId="AD" clId="Web-{F237E744-13BB-2ED5-2C1E-C885C5F6DD6D}" dt="2024-11-18T12:28:55.522" v="172"/>
          <ac:spMkLst>
            <pc:docMk/>
            <pc:sldMk cId="442645356" sldId="276"/>
            <ac:spMk id="3" creationId="{FE3EEC7B-7205-705F-1A77-BBE223EE446D}"/>
          </ac:spMkLst>
        </pc:spChg>
        <pc:spChg chg="add">
          <ac:chgData name="Thomas Mayoraz" userId="S::pp10xia@eduvaud.ch::e6b5906f-970f-4713-987d-c08c9aa978ea" providerId="AD" clId="Web-{F237E744-13BB-2ED5-2C1E-C885C5F6DD6D}" dt="2024-11-18T12:29:21.648" v="188"/>
          <ac:spMkLst>
            <pc:docMk/>
            <pc:sldMk cId="442645356" sldId="276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29:21.648" v="188"/>
          <ac:picMkLst>
            <pc:docMk/>
            <pc:sldMk cId="442645356" sldId="276"/>
            <ac:picMk id="4" creationId="{B2264EB3-4A73-4BD3-3EF8-A5929EBD6E65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0:22.993" v="209"/>
        <pc:sldMkLst>
          <pc:docMk/>
          <pc:sldMk cId="2252110982" sldId="277"/>
        </pc:sldMkLst>
        <pc:spChg chg="mod">
          <ac:chgData name="Thomas Mayoraz" userId="S::pp10xia@eduvaud.ch::e6b5906f-970f-4713-987d-c08c9aa978ea" providerId="AD" clId="Web-{F237E744-13BB-2ED5-2C1E-C885C5F6DD6D}" dt="2024-11-18T12:30:22.993" v="209"/>
          <ac:spMkLst>
            <pc:docMk/>
            <pc:sldMk cId="2252110982" sldId="277"/>
            <ac:spMk id="2" creationId="{2F922558-6082-62C6-559B-11BF14FAE861}"/>
          </ac:spMkLst>
        </pc:spChg>
        <pc:spChg chg="del">
          <ac:chgData name="Thomas Mayoraz" userId="S::pp10xia@eduvaud.ch::e6b5906f-970f-4713-987d-c08c9aa978ea" providerId="AD" clId="Web-{F237E744-13BB-2ED5-2C1E-C885C5F6DD6D}" dt="2024-11-18T12:30:00.071" v="189"/>
          <ac:spMkLst>
            <pc:docMk/>
            <pc:sldMk cId="2252110982" sldId="277"/>
            <ac:spMk id="3" creationId="{5A91D587-872F-62F5-2ED1-48B9C0F8B1F8}"/>
          </ac:spMkLst>
        </pc:spChg>
        <pc:spChg chg="add">
          <ac:chgData name="Thomas Mayoraz" userId="S::pp10xia@eduvaud.ch::e6b5906f-970f-4713-987d-c08c9aa978ea" providerId="AD" clId="Web-{F237E744-13BB-2ED5-2C1E-C885C5F6DD6D}" dt="2024-11-18T12:30:22.993" v="209"/>
          <ac:spMkLst>
            <pc:docMk/>
            <pc:sldMk cId="2252110982" sldId="277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0:22.993" v="209"/>
          <ac:picMkLst>
            <pc:docMk/>
            <pc:sldMk cId="2252110982" sldId="277"/>
            <ac:picMk id="4" creationId="{E5306A23-2B49-6935-F424-2A6A894B1021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3:08.232" v="236"/>
        <pc:sldMkLst>
          <pc:docMk/>
          <pc:sldMk cId="1788031305" sldId="278"/>
        </pc:sldMkLst>
        <pc:spChg chg="mod">
          <ac:chgData name="Thomas Mayoraz" userId="S::pp10xia@eduvaud.ch::e6b5906f-970f-4713-987d-c08c9aa978ea" providerId="AD" clId="Web-{F237E744-13BB-2ED5-2C1E-C885C5F6DD6D}" dt="2024-11-18T12:33:08.232" v="236"/>
          <ac:spMkLst>
            <pc:docMk/>
            <pc:sldMk cId="1788031305" sldId="278"/>
            <ac:spMk id="2" creationId="{789EE5C2-94C2-80CB-F960-806CA015636C}"/>
          </ac:spMkLst>
        </pc:spChg>
        <pc:spChg chg="del">
          <ac:chgData name="Thomas Mayoraz" userId="S::pp10xia@eduvaud.ch::e6b5906f-970f-4713-987d-c08c9aa978ea" providerId="AD" clId="Web-{F237E744-13BB-2ED5-2C1E-C885C5F6DD6D}" dt="2024-11-18T12:32:42.200" v="220"/>
          <ac:spMkLst>
            <pc:docMk/>
            <pc:sldMk cId="1788031305" sldId="278"/>
            <ac:spMk id="3" creationId="{879BBA44-8321-AE4E-CF44-1BCA69FAE7B7}"/>
          </ac:spMkLst>
        </pc:spChg>
        <pc:spChg chg="add">
          <ac:chgData name="Thomas Mayoraz" userId="S::pp10xia@eduvaud.ch::e6b5906f-970f-4713-987d-c08c9aa978ea" providerId="AD" clId="Web-{F237E744-13BB-2ED5-2C1E-C885C5F6DD6D}" dt="2024-11-18T12:33:08.232" v="236"/>
          <ac:spMkLst>
            <pc:docMk/>
            <pc:sldMk cId="1788031305" sldId="278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3:08.232" v="236"/>
          <ac:picMkLst>
            <pc:docMk/>
            <pc:sldMk cId="1788031305" sldId="278"/>
            <ac:picMk id="4" creationId="{D64CA308-A642-8F03-110B-D799EE734B65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3:17:13.734" v="1031" actId="20577"/>
        <pc:sldMkLst>
          <pc:docMk/>
          <pc:sldMk cId="1742215006" sldId="279"/>
        </pc:sldMkLst>
        <pc:spChg chg="mod">
          <ac:chgData name="Thomas Mayoraz" userId="S::pp10xia@eduvaud.ch::e6b5906f-970f-4713-987d-c08c9aa978ea" providerId="AD" clId="Web-{F237E744-13BB-2ED5-2C1E-C885C5F6DD6D}" dt="2024-11-18T13:17:13.734" v="1031" actId="20577"/>
          <ac:spMkLst>
            <pc:docMk/>
            <pc:sldMk cId="1742215006" sldId="279"/>
            <ac:spMk id="2" creationId="{DE861065-4F02-BB3E-5B2F-858C742C2ABE}"/>
          </ac:spMkLst>
        </pc:spChg>
        <pc:spChg chg="del">
          <ac:chgData name="Thomas Mayoraz" userId="S::pp10xia@eduvaud.ch::e6b5906f-970f-4713-987d-c08c9aa978ea" providerId="AD" clId="Web-{F237E744-13BB-2ED5-2C1E-C885C5F6DD6D}" dt="2024-11-18T12:33:27.810" v="237"/>
          <ac:spMkLst>
            <pc:docMk/>
            <pc:sldMk cId="1742215006" sldId="279"/>
            <ac:spMk id="3" creationId="{DDBD4747-D6DB-0079-9CD2-CF3F5134EF47}"/>
          </ac:spMkLst>
        </pc:spChg>
        <pc:spChg chg="add">
          <ac:chgData name="Thomas Mayoraz" userId="S::pp10xia@eduvaud.ch::e6b5906f-970f-4713-987d-c08c9aa978ea" providerId="AD" clId="Web-{F237E744-13BB-2ED5-2C1E-C885C5F6DD6D}" dt="2024-11-18T12:33:47.139" v="246"/>
          <ac:spMkLst>
            <pc:docMk/>
            <pc:sldMk cId="1742215006" sldId="279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3:47.139" v="246"/>
          <ac:picMkLst>
            <pc:docMk/>
            <pc:sldMk cId="1742215006" sldId="279"/>
            <ac:picMk id="4" creationId="{3FCCAB7E-2081-1FC1-323A-73D64765883A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3:17:43.062" v="1033" actId="20577"/>
        <pc:sldMkLst>
          <pc:docMk/>
          <pc:sldMk cId="2381487758" sldId="280"/>
        </pc:sldMkLst>
        <pc:spChg chg="mod">
          <ac:chgData name="Thomas Mayoraz" userId="S::pp10xia@eduvaud.ch::e6b5906f-970f-4713-987d-c08c9aa978ea" providerId="AD" clId="Web-{F237E744-13BB-2ED5-2C1E-C885C5F6DD6D}" dt="2024-11-18T13:17:43.062" v="1033" actId="20577"/>
          <ac:spMkLst>
            <pc:docMk/>
            <pc:sldMk cId="2381487758" sldId="280"/>
            <ac:spMk id="2" creationId="{B3CC9867-D987-2CCE-5377-96A905310CDC}"/>
          </ac:spMkLst>
        </pc:spChg>
        <pc:spChg chg="del">
          <ac:chgData name="Thomas Mayoraz" userId="S::pp10xia@eduvaud.ch::e6b5906f-970f-4713-987d-c08c9aa978ea" providerId="AD" clId="Web-{F237E744-13BB-2ED5-2C1E-C885C5F6DD6D}" dt="2024-11-18T12:33:59.139" v="247"/>
          <ac:spMkLst>
            <pc:docMk/>
            <pc:sldMk cId="2381487758" sldId="280"/>
            <ac:spMk id="3" creationId="{3BA4733F-1A8E-B77F-05AA-B47F9EEEB268}"/>
          </ac:spMkLst>
        </pc:spChg>
        <pc:spChg chg="add">
          <ac:chgData name="Thomas Mayoraz" userId="S::pp10xia@eduvaud.ch::e6b5906f-970f-4713-987d-c08c9aa978ea" providerId="AD" clId="Web-{F237E744-13BB-2ED5-2C1E-C885C5F6DD6D}" dt="2024-11-18T12:34:20.858" v="263"/>
          <ac:spMkLst>
            <pc:docMk/>
            <pc:sldMk cId="2381487758" sldId="280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4:20.858" v="263"/>
          <ac:picMkLst>
            <pc:docMk/>
            <pc:sldMk cId="2381487758" sldId="280"/>
            <ac:picMk id="4" creationId="{F2078D49-92EF-9D27-9120-D9FA95155788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5:11.453" v="283"/>
        <pc:sldMkLst>
          <pc:docMk/>
          <pc:sldMk cId="826163023" sldId="281"/>
        </pc:sldMkLst>
        <pc:spChg chg="mod">
          <ac:chgData name="Thomas Mayoraz" userId="S::pp10xia@eduvaud.ch::e6b5906f-970f-4713-987d-c08c9aa978ea" providerId="AD" clId="Web-{F237E744-13BB-2ED5-2C1E-C885C5F6DD6D}" dt="2024-11-18T12:35:11.453" v="283"/>
          <ac:spMkLst>
            <pc:docMk/>
            <pc:sldMk cId="826163023" sldId="281"/>
            <ac:spMk id="2" creationId="{7E40F2A6-428D-A1AB-C4DF-21E53067BFBB}"/>
          </ac:spMkLst>
        </pc:spChg>
        <pc:spChg chg="del">
          <ac:chgData name="Thomas Mayoraz" userId="S::pp10xia@eduvaud.ch::e6b5906f-970f-4713-987d-c08c9aa978ea" providerId="AD" clId="Web-{F237E744-13BB-2ED5-2C1E-C885C5F6DD6D}" dt="2024-11-18T12:34:52.109" v="272"/>
          <ac:spMkLst>
            <pc:docMk/>
            <pc:sldMk cId="826163023" sldId="281"/>
            <ac:spMk id="3" creationId="{81710643-D5CA-0B09-7519-E9898A1D13CE}"/>
          </ac:spMkLst>
        </pc:spChg>
        <pc:spChg chg="add">
          <ac:chgData name="Thomas Mayoraz" userId="S::pp10xia@eduvaud.ch::e6b5906f-970f-4713-987d-c08c9aa978ea" providerId="AD" clId="Web-{F237E744-13BB-2ED5-2C1E-C885C5F6DD6D}" dt="2024-11-18T12:35:11.453" v="283"/>
          <ac:spMkLst>
            <pc:docMk/>
            <pc:sldMk cId="826163023" sldId="281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5:11.453" v="283"/>
          <ac:picMkLst>
            <pc:docMk/>
            <pc:sldMk cId="826163023" sldId="281"/>
            <ac:picMk id="4" creationId="{85A47B96-13E2-BB18-3A04-FE06715231AD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5:54.970" v="306"/>
        <pc:sldMkLst>
          <pc:docMk/>
          <pc:sldMk cId="954286329" sldId="282"/>
        </pc:sldMkLst>
        <pc:spChg chg="mod">
          <ac:chgData name="Thomas Mayoraz" userId="S::pp10xia@eduvaud.ch::e6b5906f-970f-4713-987d-c08c9aa978ea" providerId="AD" clId="Web-{F237E744-13BB-2ED5-2C1E-C885C5F6DD6D}" dt="2024-11-18T12:35:54.970" v="306"/>
          <ac:spMkLst>
            <pc:docMk/>
            <pc:sldMk cId="954286329" sldId="282"/>
            <ac:spMk id="2" creationId="{DE5D8378-7744-4914-1A23-1171786F22F5}"/>
          </ac:spMkLst>
        </pc:spChg>
        <pc:spChg chg="del">
          <ac:chgData name="Thomas Mayoraz" userId="S::pp10xia@eduvaud.ch::e6b5906f-970f-4713-987d-c08c9aa978ea" providerId="AD" clId="Web-{F237E744-13BB-2ED5-2C1E-C885C5F6DD6D}" dt="2024-11-18T12:35:29.407" v="288"/>
          <ac:spMkLst>
            <pc:docMk/>
            <pc:sldMk cId="954286329" sldId="282"/>
            <ac:spMk id="3" creationId="{08C2E52B-3AA1-B5E2-03F3-A81E429F2144}"/>
          </ac:spMkLst>
        </pc:spChg>
        <pc:spChg chg="add">
          <ac:chgData name="Thomas Mayoraz" userId="S::pp10xia@eduvaud.ch::e6b5906f-970f-4713-987d-c08c9aa978ea" providerId="AD" clId="Web-{F237E744-13BB-2ED5-2C1E-C885C5F6DD6D}" dt="2024-11-18T12:35:54.970" v="306"/>
          <ac:spMkLst>
            <pc:docMk/>
            <pc:sldMk cId="954286329" sldId="282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5:54.970" v="306"/>
          <ac:picMkLst>
            <pc:docMk/>
            <pc:sldMk cId="954286329" sldId="282"/>
            <ac:picMk id="4" creationId="{D5531095-5F36-AB35-63C3-1FFC90BAB60E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6:14.345" v="310"/>
        <pc:sldMkLst>
          <pc:docMk/>
          <pc:sldMk cId="3559738470" sldId="283"/>
        </pc:sldMkLst>
        <pc:spChg chg="mod">
          <ac:chgData name="Thomas Mayoraz" userId="S::pp10xia@eduvaud.ch::e6b5906f-970f-4713-987d-c08c9aa978ea" providerId="AD" clId="Web-{F237E744-13BB-2ED5-2C1E-C885C5F6DD6D}" dt="2024-11-18T12:36:14.345" v="310"/>
          <ac:spMkLst>
            <pc:docMk/>
            <pc:sldMk cId="3559738470" sldId="283"/>
            <ac:spMk id="2" creationId="{E6C1CD3D-1D87-77C3-EF5F-3AFDE475A846}"/>
          </ac:spMkLst>
        </pc:spChg>
        <pc:spChg chg="del">
          <ac:chgData name="Thomas Mayoraz" userId="S::pp10xia@eduvaud.ch::e6b5906f-970f-4713-987d-c08c9aa978ea" providerId="AD" clId="Web-{F237E744-13BB-2ED5-2C1E-C885C5F6DD6D}" dt="2024-11-18T12:36:03.908" v="307"/>
          <ac:spMkLst>
            <pc:docMk/>
            <pc:sldMk cId="3559738470" sldId="283"/>
            <ac:spMk id="3" creationId="{A31AF415-6ECA-413B-60B3-44A76A71C7C6}"/>
          </ac:spMkLst>
        </pc:spChg>
        <pc:spChg chg="add">
          <ac:chgData name="Thomas Mayoraz" userId="S::pp10xia@eduvaud.ch::e6b5906f-970f-4713-987d-c08c9aa978ea" providerId="AD" clId="Web-{F237E744-13BB-2ED5-2C1E-C885C5F6DD6D}" dt="2024-11-18T12:36:14.345" v="310"/>
          <ac:spMkLst>
            <pc:docMk/>
            <pc:sldMk cId="3559738470" sldId="283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6:14.345" v="310"/>
          <ac:picMkLst>
            <pc:docMk/>
            <pc:sldMk cId="3559738470" sldId="283"/>
            <ac:picMk id="4" creationId="{90E7C1AE-0017-6623-CA3D-08147115B3B2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7:01.237" v="318"/>
        <pc:sldMkLst>
          <pc:docMk/>
          <pc:sldMk cId="3212496038" sldId="284"/>
        </pc:sldMkLst>
        <pc:spChg chg="mod">
          <ac:chgData name="Thomas Mayoraz" userId="S::pp10xia@eduvaud.ch::e6b5906f-970f-4713-987d-c08c9aa978ea" providerId="AD" clId="Web-{F237E744-13BB-2ED5-2C1E-C885C5F6DD6D}" dt="2024-11-18T12:37:01.237" v="318"/>
          <ac:spMkLst>
            <pc:docMk/>
            <pc:sldMk cId="3212496038" sldId="284"/>
            <ac:spMk id="2" creationId="{5D22A30E-C666-8172-D46C-8CACF3B328A7}"/>
          </ac:spMkLst>
        </pc:spChg>
        <pc:spChg chg="del">
          <ac:chgData name="Thomas Mayoraz" userId="S::pp10xia@eduvaud.ch::e6b5906f-970f-4713-987d-c08c9aa978ea" providerId="AD" clId="Web-{F237E744-13BB-2ED5-2C1E-C885C5F6DD6D}" dt="2024-11-18T12:36:23.768" v="311"/>
          <ac:spMkLst>
            <pc:docMk/>
            <pc:sldMk cId="3212496038" sldId="284"/>
            <ac:spMk id="3" creationId="{126A853D-2F3C-F399-A912-C2BFD6AA6C1C}"/>
          </ac:spMkLst>
        </pc:spChg>
        <pc:spChg chg="add">
          <ac:chgData name="Thomas Mayoraz" userId="S::pp10xia@eduvaud.ch::e6b5906f-970f-4713-987d-c08c9aa978ea" providerId="AD" clId="Web-{F237E744-13BB-2ED5-2C1E-C885C5F6DD6D}" dt="2024-11-18T12:37:01.237" v="318"/>
          <ac:spMkLst>
            <pc:docMk/>
            <pc:sldMk cId="3212496038" sldId="284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7:01.237" v="318"/>
          <ac:picMkLst>
            <pc:docMk/>
            <pc:sldMk cId="3212496038" sldId="284"/>
            <ac:picMk id="4" creationId="{4F0D37DE-BCCE-FE7E-B887-F3CE3A67C717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7:58.614" v="335"/>
        <pc:sldMkLst>
          <pc:docMk/>
          <pc:sldMk cId="4147046484" sldId="285"/>
        </pc:sldMkLst>
        <pc:spChg chg="mod">
          <ac:chgData name="Thomas Mayoraz" userId="S::pp10xia@eduvaud.ch::e6b5906f-970f-4713-987d-c08c9aa978ea" providerId="AD" clId="Web-{F237E744-13BB-2ED5-2C1E-C885C5F6DD6D}" dt="2024-11-18T12:37:58.614" v="335"/>
          <ac:spMkLst>
            <pc:docMk/>
            <pc:sldMk cId="4147046484" sldId="285"/>
            <ac:spMk id="2" creationId="{E48A32EF-A4B9-647F-BBD3-A8FE4D29511E}"/>
          </ac:spMkLst>
        </pc:spChg>
        <pc:spChg chg="del">
          <ac:chgData name="Thomas Mayoraz" userId="S::pp10xia@eduvaud.ch::e6b5906f-970f-4713-987d-c08c9aa978ea" providerId="AD" clId="Web-{F237E744-13BB-2ED5-2C1E-C885C5F6DD6D}" dt="2024-11-18T12:37:27.769" v="319"/>
          <ac:spMkLst>
            <pc:docMk/>
            <pc:sldMk cId="4147046484" sldId="285"/>
            <ac:spMk id="3" creationId="{788E34FB-C5D9-6CC9-A08C-56444F540DF1}"/>
          </ac:spMkLst>
        </pc:spChg>
        <pc:spChg chg="add">
          <ac:chgData name="Thomas Mayoraz" userId="S::pp10xia@eduvaud.ch::e6b5906f-970f-4713-987d-c08c9aa978ea" providerId="AD" clId="Web-{F237E744-13BB-2ED5-2C1E-C885C5F6DD6D}" dt="2024-11-18T12:37:58.614" v="335"/>
          <ac:spMkLst>
            <pc:docMk/>
            <pc:sldMk cId="4147046484" sldId="285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7:58.614" v="335"/>
          <ac:picMkLst>
            <pc:docMk/>
            <pc:sldMk cId="4147046484" sldId="285"/>
            <ac:picMk id="4" creationId="{D2D631B3-EC2B-C780-0557-A48569FA2457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8:29.818" v="353"/>
        <pc:sldMkLst>
          <pc:docMk/>
          <pc:sldMk cId="3549961212" sldId="286"/>
        </pc:sldMkLst>
        <pc:spChg chg="mod">
          <ac:chgData name="Thomas Mayoraz" userId="S::pp10xia@eduvaud.ch::e6b5906f-970f-4713-987d-c08c9aa978ea" providerId="AD" clId="Web-{F237E744-13BB-2ED5-2C1E-C885C5F6DD6D}" dt="2024-11-18T12:38:29.818" v="353"/>
          <ac:spMkLst>
            <pc:docMk/>
            <pc:sldMk cId="3549961212" sldId="286"/>
            <ac:spMk id="2" creationId="{6D894A5B-0921-5ADB-CEA5-CC0518EAA6BC}"/>
          </ac:spMkLst>
        </pc:spChg>
        <pc:spChg chg="del">
          <ac:chgData name="Thomas Mayoraz" userId="S::pp10xia@eduvaud.ch::e6b5906f-970f-4713-987d-c08c9aa978ea" providerId="AD" clId="Web-{F237E744-13BB-2ED5-2C1E-C885C5F6DD6D}" dt="2024-11-18T12:38:14.395" v="345"/>
          <ac:spMkLst>
            <pc:docMk/>
            <pc:sldMk cId="3549961212" sldId="286"/>
            <ac:spMk id="3" creationId="{C46E044C-7509-EF10-1FD8-614FC508C1E4}"/>
          </ac:spMkLst>
        </pc:spChg>
        <pc:spChg chg="add">
          <ac:chgData name="Thomas Mayoraz" userId="S::pp10xia@eduvaud.ch::e6b5906f-970f-4713-987d-c08c9aa978ea" providerId="AD" clId="Web-{F237E744-13BB-2ED5-2C1E-C885C5F6DD6D}" dt="2024-11-18T12:38:29.818" v="353"/>
          <ac:spMkLst>
            <pc:docMk/>
            <pc:sldMk cId="3549961212" sldId="286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8:29.818" v="353"/>
          <ac:picMkLst>
            <pc:docMk/>
            <pc:sldMk cId="3549961212" sldId="286"/>
            <ac:picMk id="4" creationId="{FCA98AAB-5C52-96DA-6D75-9E5CA34F9CF0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39:36.054" v="382" actId="20577"/>
        <pc:sldMkLst>
          <pc:docMk/>
          <pc:sldMk cId="980386332" sldId="287"/>
        </pc:sldMkLst>
        <pc:spChg chg="mod">
          <ac:chgData name="Thomas Mayoraz" userId="S::pp10xia@eduvaud.ch::e6b5906f-970f-4713-987d-c08c9aa978ea" providerId="AD" clId="Web-{F237E744-13BB-2ED5-2C1E-C885C5F6DD6D}" dt="2024-11-18T12:39:36.054" v="382" actId="20577"/>
          <ac:spMkLst>
            <pc:docMk/>
            <pc:sldMk cId="980386332" sldId="287"/>
            <ac:spMk id="2" creationId="{1AC36075-7DA0-776F-70D6-44A51972805C}"/>
          </ac:spMkLst>
        </pc:spChg>
        <pc:spChg chg="del">
          <ac:chgData name="Thomas Mayoraz" userId="S::pp10xia@eduvaud.ch::e6b5906f-970f-4713-987d-c08c9aa978ea" providerId="AD" clId="Web-{F237E744-13BB-2ED5-2C1E-C885C5F6DD6D}" dt="2024-11-18T12:38:41.427" v="354"/>
          <ac:spMkLst>
            <pc:docMk/>
            <pc:sldMk cId="980386332" sldId="287"/>
            <ac:spMk id="3" creationId="{5F7563ED-56D0-8E62-08A6-BCFF041BAECF}"/>
          </ac:spMkLst>
        </pc:spChg>
        <pc:spChg chg="add">
          <ac:chgData name="Thomas Mayoraz" userId="S::pp10xia@eduvaud.ch::e6b5906f-970f-4713-987d-c08c9aa978ea" providerId="AD" clId="Web-{F237E744-13BB-2ED5-2C1E-C885C5F6DD6D}" dt="2024-11-18T12:39:14.256" v="379"/>
          <ac:spMkLst>
            <pc:docMk/>
            <pc:sldMk cId="980386332" sldId="287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39:14.256" v="379"/>
          <ac:picMkLst>
            <pc:docMk/>
            <pc:sldMk cId="980386332" sldId="287"/>
            <ac:picMk id="4" creationId="{2B4DCD61-C986-BC23-4D30-93736FF3E1DB}"/>
          </ac:picMkLst>
        </pc:picChg>
      </pc:sldChg>
      <pc:sldChg chg="modSp new del">
        <pc:chgData name="Thomas Mayoraz" userId="S::pp10xia@eduvaud.ch::e6b5906f-970f-4713-987d-c08c9aa978ea" providerId="AD" clId="Web-{F237E744-13BB-2ED5-2C1E-C885C5F6DD6D}" dt="2024-11-18T12:31:50.277" v="219"/>
        <pc:sldMkLst>
          <pc:docMk/>
          <pc:sldMk cId="3446844708" sldId="287"/>
        </pc:sldMkLst>
        <pc:spChg chg="mod">
          <ac:chgData name="Thomas Mayoraz" userId="S::pp10xia@eduvaud.ch::e6b5906f-970f-4713-987d-c08c9aa978ea" providerId="AD" clId="Web-{F237E744-13BB-2ED5-2C1E-C885C5F6DD6D}" dt="2024-11-18T12:31:47.667" v="218" actId="20577"/>
          <ac:spMkLst>
            <pc:docMk/>
            <pc:sldMk cId="3446844708" sldId="287"/>
            <ac:spMk id="2" creationId="{663B248E-3883-C7B0-D21F-39E6D094B35B}"/>
          </ac:spMkLst>
        </pc:spChg>
      </pc:sldChg>
      <pc:sldChg chg="addSp delSp modSp new mod setBg">
        <pc:chgData name="Thomas Mayoraz" userId="S::pp10xia@eduvaud.ch::e6b5906f-970f-4713-987d-c08c9aa978ea" providerId="AD" clId="Web-{F237E744-13BB-2ED5-2C1E-C885C5F6DD6D}" dt="2024-11-18T12:41:04.306" v="420"/>
        <pc:sldMkLst>
          <pc:docMk/>
          <pc:sldMk cId="4208571248" sldId="288"/>
        </pc:sldMkLst>
        <pc:spChg chg="mod">
          <ac:chgData name="Thomas Mayoraz" userId="S::pp10xia@eduvaud.ch::e6b5906f-970f-4713-987d-c08c9aa978ea" providerId="AD" clId="Web-{F237E744-13BB-2ED5-2C1E-C885C5F6DD6D}" dt="2024-11-18T12:41:04.306" v="420"/>
          <ac:spMkLst>
            <pc:docMk/>
            <pc:sldMk cId="4208571248" sldId="288"/>
            <ac:spMk id="2" creationId="{91744C68-2236-A559-DA02-FF891E6CCFC5}"/>
          </ac:spMkLst>
        </pc:spChg>
        <pc:spChg chg="del">
          <ac:chgData name="Thomas Mayoraz" userId="S::pp10xia@eduvaud.ch::e6b5906f-970f-4713-987d-c08c9aa978ea" providerId="AD" clId="Web-{F237E744-13BB-2ED5-2C1E-C885C5F6DD6D}" dt="2024-11-18T12:40:19.117" v="383"/>
          <ac:spMkLst>
            <pc:docMk/>
            <pc:sldMk cId="4208571248" sldId="288"/>
            <ac:spMk id="3" creationId="{5C899D83-8B8B-F360-8579-824A08458BEF}"/>
          </ac:spMkLst>
        </pc:spChg>
        <pc:spChg chg="add">
          <ac:chgData name="Thomas Mayoraz" userId="S::pp10xia@eduvaud.ch::e6b5906f-970f-4713-987d-c08c9aa978ea" providerId="AD" clId="Web-{F237E744-13BB-2ED5-2C1E-C885C5F6DD6D}" dt="2024-11-18T12:41:04.306" v="420"/>
          <ac:spMkLst>
            <pc:docMk/>
            <pc:sldMk cId="4208571248" sldId="288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41:04.306" v="420"/>
          <ac:picMkLst>
            <pc:docMk/>
            <pc:sldMk cId="4208571248" sldId="288"/>
            <ac:picMk id="4" creationId="{31D83CFE-AF36-0306-CD5A-361689927D58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43:37.841" v="524"/>
        <pc:sldMkLst>
          <pc:docMk/>
          <pc:sldMk cId="1739400107" sldId="289"/>
        </pc:sldMkLst>
        <pc:spChg chg="mod">
          <ac:chgData name="Thomas Mayoraz" userId="S::pp10xia@eduvaud.ch::e6b5906f-970f-4713-987d-c08c9aa978ea" providerId="AD" clId="Web-{F237E744-13BB-2ED5-2C1E-C885C5F6DD6D}" dt="2024-11-18T12:43:37.841" v="524"/>
          <ac:spMkLst>
            <pc:docMk/>
            <pc:sldMk cId="1739400107" sldId="289"/>
            <ac:spMk id="2" creationId="{6611699D-1879-FD33-52D8-FEF16E5829F1}"/>
          </ac:spMkLst>
        </pc:spChg>
        <pc:spChg chg="del">
          <ac:chgData name="Thomas Mayoraz" userId="S::pp10xia@eduvaud.ch::e6b5906f-970f-4713-987d-c08c9aa978ea" providerId="AD" clId="Web-{F237E744-13BB-2ED5-2C1E-C885C5F6DD6D}" dt="2024-11-18T12:41:14.415" v="421"/>
          <ac:spMkLst>
            <pc:docMk/>
            <pc:sldMk cId="1739400107" sldId="289"/>
            <ac:spMk id="3" creationId="{1572812F-A824-60EA-E296-FFB83A6DF3F7}"/>
          </ac:spMkLst>
        </pc:spChg>
        <pc:spChg chg="add mod">
          <ac:chgData name="Thomas Mayoraz" userId="S::pp10xia@eduvaud.ch::e6b5906f-970f-4713-987d-c08c9aa978ea" providerId="AD" clId="Web-{F237E744-13BB-2ED5-2C1E-C885C5F6DD6D}" dt="2024-11-18T12:43:37.841" v="524"/>
          <ac:spMkLst>
            <pc:docMk/>
            <pc:sldMk cId="1739400107" sldId="289"/>
            <ac:spMk id="5" creationId="{0D4DB611-3A6C-502E-4C19-2F48AF3568B2}"/>
          </ac:spMkLst>
        </pc:spChg>
        <pc:spChg chg="add del">
          <ac:chgData name="Thomas Mayoraz" userId="S::pp10xia@eduvaud.ch::e6b5906f-970f-4713-987d-c08c9aa978ea" providerId="AD" clId="Web-{F237E744-13BB-2ED5-2C1E-C885C5F6DD6D}" dt="2024-11-18T12:43:37.841" v="524"/>
          <ac:spMkLst>
            <pc:docMk/>
            <pc:sldMk cId="1739400107" sldId="289"/>
            <ac:spMk id="10" creationId="{D4771268-CB57-404A-9271-370EB28F6090}"/>
          </ac:spMkLst>
        </pc:spChg>
        <pc:spChg chg="add">
          <ac:chgData name="Thomas Mayoraz" userId="S::pp10xia@eduvaud.ch::e6b5906f-970f-4713-987d-c08c9aa978ea" providerId="AD" clId="Web-{F237E744-13BB-2ED5-2C1E-C885C5F6DD6D}" dt="2024-11-18T12:43:37.841" v="524"/>
          <ac:spMkLst>
            <pc:docMk/>
            <pc:sldMk cId="1739400107" sldId="289"/>
            <ac:spMk id="17" creationId="{6357EC4F-235E-4222-A36F-C7878ACE37F2}"/>
          </ac:spMkLst>
        </pc:spChg>
        <pc:spChg chg="add">
          <ac:chgData name="Thomas Mayoraz" userId="S::pp10xia@eduvaud.ch::e6b5906f-970f-4713-987d-c08c9aa978ea" providerId="AD" clId="Web-{F237E744-13BB-2ED5-2C1E-C885C5F6DD6D}" dt="2024-11-18T12:43:37.841" v="524"/>
          <ac:spMkLst>
            <pc:docMk/>
            <pc:sldMk cId="1739400107" sldId="289"/>
            <ac:spMk id="19" creationId="{2B97F24A-32CE-4C1C-A50D-3016B394DCFB}"/>
          </ac:spMkLst>
        </pc:spChg>
        <pc:grpChg chg="add del">
          <ac:chgData name="Thomas Mayoraz" userId="S::pp10xia@eduvaud.ch::e6b5906f-970f-4713-987d-c08c9aa978ea" providerId="AD" clId="Web-{F237E744-13BB-2ED5-2C1E-C885C5F6DD6D}" dt="2024-11-18T12:43:37.825" v="523"/>
          <ac:grpSpMkLst>
            <pc:docMk/>
            <pc:sldMk cId="1739400107" sldId="289"/>
            <ac:grpSpMk id="15" creationId="{6258F736-B256-8039-9DC6-F4E49A5C5AD5}"/>
          </ac:grpSpMkLst>
        </pc:grpChg>
        <pc:picChg chg="add mod ord">
          <ac:chgData name="Thomas Mayoraz" userId="S::pp10xia@eduvaud.ch::e6b5906f-970f-4713-987d-c08c9aa978ea" providerId="AD" clId="Web-{F237E744-13BB-2ED5-2C1E-C885C5F6DD6D}" dt="2024-11-18T12:43:37.841" v="524"/>
          <ac:picMkLst>
            <pc:docMk/>
            <pc:sldMk cId="1739400107" sldId="289"/>
            <ac:picMk id="4" creationId="{988CB31F-9BC4-930A-9F19-42CE50BD1B76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45:02.608" v="577"/>
        <pc:sldMkLst>
          <pc:docMk/>
          <pc:sldMk cId="3725693232" sldId="290"/>
        </pc:sldMkLst>
        <pc:spChg chg="mod">
          <ac:chgData name="Thomas Mayoraz" userId="S::pp10xia@eduvaud.ch::e6b5906f-970f-4713-987d-c08c9aa978ea" providerId="AD" clId="Web-{F237E744-13BB-2ED5-2C1E-C885C5F6DD6D}" dt="2024-11-18T12:45:02.608" v="577"/>
          <ac:spMkLst>
            <pc:docMk/>
            <pc:sldMk cId="3725693232" sldId="290"/>
            <ac:spMk id="2" creationId="{A8CC323F-A2CD-C752-FC56-F85A855B82D4}"/>
          </ac:spMkLst>
        </pc:spChg>
        <pc:spChg chg="del">
          <ac:chgData name="Thomas Mayoraz" userId="S::pp10xia@eduvaud.ch::e6b5906f-970f-4713-987d-c08c9aa978ea" providerId="AD" clId="Web-{F237E744-13BB-2ED5-2C1E-C885C5F6DD6D}" dt="2024-11-18T12:43:52.950" v="525"/>
          <ac:spMkLst>
            <pc:docMk/>
            <pc:sldMk cId="3725693232" sldId="290"/>
            <ac:spMk id="3" creationId="{B625872E-C551-0012-980E-BD8422F38320}"/>
          </ac:spMkLst>
        </pc:spChg>
        <pc:spChg chg="add mod">
          <ac:chgData name="Thomas Mayoraz" userId="S::pp10xia@eduvaud.ch::e6b5906f-970f-4713-987d-c08c9aa978ea" providerId="AD" clId="Web-{F237E744-13BB-2ED5-2C1E-C885C5F6DD6D}" dt="2024-11-18T12:45:02.608" v="577"/>
          <ac:spMkLst>
            <pc:docMk/>
            <pc:sldMk cId="3725693232" sldId="290"/>
            <ac:spMk id="5" creationId="{A8088B51-91D4-4DA9-1CEF-C0602B6CCE08}"/>
          </ac:spMkLst>
        </pc:spChg>
        <pc:spChg chg="add">
          <ac:chgData name="Thomas Mayoraz" userId="S::pp10xia@eduvaud.ch::e6b5906f-970f-4713-987d-c08c9aa978ea" providerId="AD" clId="Web-{F237E744-13BB-2ED5-2C1E-C885C5F6DD6D}" dt="2024-11-18T12:45:02.608" v="577"/>
          <ac:spMkLst>
            <pc:docMk/>
            <pc:sldMk cId="3725693232" sldId="290"/>
            <ac:spMk id="10" creationId="{2B97F24A-32CE-4C1C-A50D-3016B394DCFB}"/>
          </ac:spMkLst>
        </pc:spChg>
        <pc:spChg chg="add">
          <ac:chgData name="Thomas Mayoraz" userId="S::pp10xia@eduvaud.ch::e6b5906f-970f-4713-987d-c08c9aa978ea" providerId="AD" clId="Web-{F237E744-13BB-2ED5-2C1E-C885C5F6DD6D}" dt="2024-11-18T12:45:02.608" v="577"/>
          <ac:spMkLst>
            <pc:docMk/>
            <pc:sldMk cId="3725693232" sldId="290"/>
            <ac:spMk id="12" creationId="{6357EC4F-235E-4222-A36F-C7878ACE37F2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45:02.608" v="577"/>
          <ac:picMkLst>
            <pc:docMk/>
            <pc:sldMk cId="3725693232" sldId="290"/>
            <ac:picMk id="4" creationId="{3D9AD8A4-A5C6-2594-52EA-F280374AC751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45:29.187" v="592"/>
        <pc:sldMkLst>
          <pc:docMk/>
          <pc:sldMk cId="262908814" sldId="291"/>
        </pc:sldMkLst>
        <pc:spChg chg="mod">
          <ac:chgData name="Thomas Mayoraz" userId="S::pp10xia@eduvaud.ch::e6b5906f-970f-4713-987d-c08c9aa978ea" providerId="AD" clId="Web-{F237E744-13BB-2ED5-2C1E-C885C5F6DD6D}" dt="2024-11-18T12:45:29.187" v="592"/>
          <ac:spMkLst>
            <pc:docMk/>
            <pc:sldMk cId="262908814" sldId="291"/>
            <ac:spMk id="2" creationId="{15B1AA2C-5368-D388-4DD9-D94761C3BC04}"/>
          </ac:spMkLst>
        </pc:spChg>
        <pc:spChg chg="del">
          <ac:chgData name="Thomas Mayoraz" userId="S::pp10xia@eduvaud.ch::e6b5906f-970f-4713-987d-c08c9aa978ea" providerId="AD" clId="Web-{F237E744-13BB-2ED5-2C1E-C885C5F6DD6D}" dt="2024-11-18T12:45:11.437" v="578"/>
          <ac:spMkLst>
            <pc:docMk/>
            <pc:sldMk cId="262908814" sldId="291"/>
            <ac:spMk id="3" creationId="{9801BC71-95D5-0A99-A0BB-520F6BD5557B}"/>
          </ac:spMkLst>
        </pc:spChg>
        <pc:spChg chg="add">
          <ac:chgData name="Thomas Mayoraz" userId="S::pp10xia@eduvaud.ch::e6b5906f-970f-4713-987d-c08c9aa978ea" providerId="AD" clId="Web-{F237E744-13BB-2ED5-2C1E-C885C5F6DD6D}" dt="2024-11-18T12:45:29.187" v="592"/>
          <ac:spMkLst>
            <pc:docMk/>
            <pc:sldMk cId="262908814" sldId="291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45:29.187" v="592"/>
          <ac:picMkLst>
            <pc:docMk/>
            <pc:sldMk cId="262908814" sldId="291"/>
            <ac:picMk id="4" creationId="{60D48A2C-E1D7-FDF0-6897-8796DC79A573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46:11.985" v="609"/>
        <pc:sldMkLst>
          <pc:docMk/>
          <pc:sldMk cId="4237442776" sldId="292"/>
        </pc:sldMkLst>
        <pc:spChg chg="mod">
          <ac:chgData name="Thomas Mayoraz" userId="S::pp10xia@eduvaud.ch::e6b5906f-970f-4713-987d-c08c9aa978ea" providerId="AD" clId="Web-{F237E744-13BB-2ED5-2C1E-C885C5F6DD6D}" dt="2024-11-18T12:46:11.985" v="609"/>
          <ac:spMkLst>
            <pc:docMk/>
            <pc:sldMk cId="4237442776" sldId="292"/>
            <ac:spMk id="2" creationId="{A52D3DA7-DCD3-6C4A-5E82-00BFC5AEFBA7}"/>
          </ac:spMkLst>
        </pc:spChg>
        <pc:spChg chg="del">
          <ac:chgData name="Thomas Mayoraz" userId="S::pp10xia@eduvaud.ch::e6b5906f-970f-4713-987d-c08c9aa978ea" providerId="AD" clId="Web-{F237E744-13BB-2ED5-2C1E-C885C5F6DD6D}" dt="2024-11-18T12:45:40.672" v="593"/>
          <ac:spMkLst>
            <pc:docMk/>
            <pc:sldMk cId="4237442776" sldId="292"/>
            <ac:spMk id="3" creationId="{7495FC40-19F5-389F-43C0-DE411F939F26}"/>
          </ac:spMkLst>
        </pc:spChg>
        <pc:spChg chg="add">
          <ac:chgData name="Thomas Mayoraz" userId="S::pp10xia@eduvaud.ch::e6b5906f-970f-4713-987d-c08c9aa978ea" providerId="AD" clId="Web-{F237E744-13BB-2ED5-2C1E-C885C5F6DD6D}" dt="2024-11-18T12:46:11.985" v="609"/>
          <ac:spMkLst>
            <pc:docMk/>
            <pc:sldMk cId="4237442776" sldId="292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46:11.985" v="609"/>
          <ac:picMkLst>
            <pc:docMk/>
            <pc:sldMk cId="4237442776" sldId="292"/>
            <ac:picMk id="4" creationId="{4BB50533-8305-B6AA-7B6C-A43673F74A8F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49:00.755" v="731"/>
        <pc:sldMkLst>
          <pc:docMk/>
          <pc:sldMk cId="2159369969" sldId="293"/>
        </pc:sldMkLst>
        <pc:spChg chg="mod">
          <ac:chgData name="Thomas Mayoraz" userId="S::pp10xia@eduvaud.ch::e6b5906f-970f-4713-987d-c08c9aa978ea" providerId="AD" clId="Web-{F237E744-13BB-2ED5-2C1E-C885C5F6DD6D}" dt="2024-11-18T12:48:36.348" v="725"/>
          <ac:spMkLst>
            <pc:docMk/>
            <pc:sldMk cId="2159369969" sldId="293"/>
            <ac:spMk id="2" creationId="{40EE2862-D204-8AF6-37EB-0C66BC1E0ECE}"/>
          </ac:spMkLst>
        </pc:spChg>
        <pc:spChg chg="del">
          <ac:chgData name="Thomas Mayoraz" userId="S::pp10xia@eduvaud.ch::e6b5906f-970f-4713-987d-c08c9aa978ea" providerId="AD" clId="Web-{F237E744-13BB-2ED5-2C1E-C885C5F6DD6D}" dt="2024-11-18T12:46:20.048" v="610"/>
          <ac:spMkLst>
            <pc:docMk/>
            <pc:sldMk cId="2159369969" sldId="293"/>
            <ac:spMk id="3" creationId="{E4E5549B-8639-7645-83C2-400DF172F480}"/>
          </ac:spMkLst>
        </pc:spChg>
        <pc:spChg chg="add mod">
          <ac:chgData name="Thomas Mayoraz" userId="S::pp10xia@eduvaud.ch::e6b5906f-970f-4713-987d-c08c9aa978ea" providerId="AD" clId="Web-{F237E744-13BB-2ED5-2C1E-C885C5F6DD6D}" dt="2024-11-18T12:48:36.348" v="725"/>
          <ac:spMkLst>
            <pc:docMk/>
            <pc:sldMk cId="2159369969" sldId="293"/>
            <ac:spMk id="5" creationId="{E6475A54-7ED8-B96B-648A-934E8FF2D8B2}"/>
          </ac:spMkLst>
        </pc:spChg>
        <pc:spChg chg="add del">
          <ac:chgData name="Thomas Mayoraz" userId="S::pp10xia@eduvaud.ch::e6b5906f-970f-4713-987d-c08c9aa978ea" providerId="AD" clId="Web-{F237E744-13BB-2ED5-2C1E-C885C5F6DD6D}" dt="2024-11-18T12:48:58.817" v="729"/>
          <ac:spMkLst>
            <pc:docMk/>
            <pc:sldMk cId="2159369969" sldId="293"/>
            <ac:spMk id="6" creationId="{0ED99B5C-9C72-1570-A992-2AF52AAE186D}"/>
          </ac:spMkLst>
        </pc:spChg>
        <pc:spChg chg="add mod">
          <ac:chgData name="Thomas Mayoraz" userId="S::pp10xia@eduvaud.ch::e6b5906f-970f-4713-987d-c08c9aa978ea" providerId="AD" clId="Web-{F237E744-13BB-2ED5-2C1E-C885C5F6DD6D}" dt="2024-11-18T12:49:00.755" v="731"/>
          <ac:spMkLst>
            <pc:docMk/>
            <pc:sldMk cId="2159369969" sldId="293"/>
            <ac:spMk id="7" creationId="{2B049D45-2E8B-340D-99B3-1756F2D26366}"/>
          </ac:spMkLst>
        </pc:spChg>
        <pc:grpChg chg="add">
          <ac:chgData name="Thomas Mayoraz" userId="S::pp10xia@eduvaud.ch::e6b5906f-970f-4713-987d-c08c9aa978ea" providerId="AD" clId="Web-{F237E744-13BB-2ED5-2C1E-C885C5F6DD6D}" dt="2024-11-18T12:48:36.348" v="725"/>
          <ac:grpSpMkLst>
            <pc:docMk/>
            <pc:sldMk cId="2159369969" sldId="293"/>
            <ac:grpSpMk id="10" creationId="{6258F736-B256-8039-9DC6-F4E49A5C5AD5}"/>
          </ac:grpSpMkLst>
        </pc:grpChg>
        <pc:picChg chg="add mod ord">
          <ac:chgData name="Thomas Mayoraz" userId="S::pp10xia@eduvaud.ch::e6b5906f-970f-4713-987d-c08c9aa978ea" providerId="AD" clId="Web-{F237E744-13BB-2ED5-2C1E-C885C5F6DD6D}" dt="2024-11-18T12:48:46.489" v="727" actId="14100"/>
          <ac:picMkLst>
            <pc:docMk/>
            <pc:sldMk cId="2159369969" sldId="293"/>
            <ac:picMk id="4" creationId="{C2E50530-2900-83F3-C058-97EC2040507C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49:30.427" v="745"/>
        <pc:sldMkLst>
          <pc:docMk/>
          <pc:sldMk cId="1322309113" sldId="294"/>
        </pc:sldMkLst>
        <pc:spChg chg="mod">
          <ac:chgData name="Thomas Mayoraz" userId="S::pp10xia@eduvaud.ch::e6b5906f-970f-4713-987d-c08c9aa978ea" providerId="AD" clId="Web-{F237E744-13BB-2ED5-2C1E-C885C5F6DD6D}" dt="2024-11-18T12:49:30.427" v="745"/>
          <ac:spMkLst>
            <pc:docMk/>
            <pc:sldMk cId="1322309113" sldId="294"/>
            <ac:spMk id="2" creationId="{5B0CD26A-F6E8-C9D1-2857-E0FEE19647F4}"/>
          </ac:spMkLst>
        </pc:spChg>
        <pc:spChg chg="del">
          <ac:chgData name="Thomas Mayoraz" userId="S::pp10xia@eduvaud.ch::e6b5906f-970f-4713-987d-c08c9aa978ea" providerId="AD" clId="Web-{F237E744-13BB-2ED5-2C1E-C885C5F6DD6D}" dt="2024-11-18T12:49:11.536" v="732"/>
          <ac:spMkLst>
            <pc:docMk/>
            <pc:sldMk cId="1322309113" sldId="294"/>
            <ac:spMk id="3" creationId="{F57B2334-0B25-2C57-600D-E0C607880C8D}"/>
          </ac:spMkLst>
        </pc:spChg>
        <pc:spChg chg="add">
          <ac:chgData name="Thomas Mayoraz" userId="S::pp10xia@eduvaud.ch::e6b5906f-970f-4713-987d-c08c9aa978ea" providerId="AD" clId="Web-{F237E744-13BB-2ED5-2C1E-C885C5F6DD6D}" dt="2024-11-18T12:49:30.427" v="745"/>
          <ac:spMkLst>
            <pc:docMk/>
            <pc:sldMk cId="1322309113" sldId="294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49:30.427" v="745"/>
          <ac:picMkLst>
            <pc:docMk/>
            <pc:sldMk cId="1322309113" sldId="294"/>
            <ac:picMk id="4" creationId="{527F7715-5B48-54D8-2E20-697793742EA8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1:10.242" v="796"/>
        <pc:sldMkLst>
          <pc:docMk/>
          <pc:sldMk cId="3031083127" sldId="295"/>
        </pc:sldMkLst>
        <pc:spChg chg="mod">
          <ac:chgData name="Thomas Mayoraz" userId="S::pp10xia@eduvaud.ch::e6b5906f-970f-4713-987d-c08c9aa978ea" providerId="AD" clId="Web-{F237E744-13BB-2ED5-2C1E-C885C5F6DD6D}" dt="2024-11-18T12:51:10.242" v="796"/>
          <ac:spMkLst>
            <pc:docMk/>
            <pc:sldMk cId="3031083127" sldId="295"/>
            <ac:spMk id="2" creationId="{4054EA7C-C55F-D2FB-2119-FBAC5A3BBBE4}"/>
          </ac:spMkLst>
        </pc:spChg>
        <pc:spChg chg="del">
          <ac:chgData name="Thomas Mayoraz" userId="S::pp10xia@eduvaud.ch::e6b5906f-970f-4713-987d-c08c9aa978ea" providerId="AD" clId="Web-{F237E744-13BB-2ED5-2C1E-C885C5F6DD6D}" dt="2024-11-18T12:49:38.037" v="746"/>
          <ac:spMkLst>
            <pc:docMk/>
            <pc:sldMk cId="3031083127" sldId="295"/>
            <ac:spMk id="3" creationId="{D9779514-0A8D-7980-8EFB-784DD520FBED}"/>
          </ac:spMkLst>
        </pc:spChg>
        <pc:spChg chg="add">
          <ac:chgData name="Thomas Mayoraz" userId="S::pp10xia@eduvaud.ch::e6b5906f-970f-4713-987d-c08c9aa978ea" providerId="AD" clId="Web-{F237E744-13BB-2ED5-2C1E-C885C5F6DD6D}" dt="2024-11-18T12:51:10.242" v="796"/>
          <ac:spMkLst>
            <pc:docMk/>
            <pc:sldMk cId="3031083127" sldId="295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1:10.242" v="796"/>
          <ac:picMkLst>
            <pc:docMk/>
            <pc:sldMk cId="3031083127" sldId="295"/>
            <ac:picMk id="4" creationId="{808C057A-6008-62E7-DD5F-7C2B6AC43DC2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2:29.447" v="841"/>
        <pc:sldMkLst>
          <pc:docMk/>
          <pc:sldMk cId="1459959212" sldId="296"/>
        </pc:sldMkLst>
        <pc:spChg chg="mod">
          <ac:chgData name="Thomas Mayoraz" userId="S::pp10xia@eduvaud.ch::e6b5906f-970f-4713-987d-c08c9aa978ea" providerId="AD" clId="Web-{F237E744-13BB-2ED5-2C1E-C885C5F6DD6D}" dt="2024-11-18T12:52:29.447" v="841"/>
          <ac:spMkLst>
            <pc:docMk/>
            <pc:sldMk cId="1459959212" sldId="296"/>
            <ac:spMk id="2" creationId="{53CABFE2-E328-8EFE-C9A2-8FF01E10EF24}"/>
          </ac:spMkLst>
        </pc:spChg>
        <pc:spChg chg="del">
          <ac:chgData name="Thomas Mayoraz" userId="S::pp10xia@eduvaud.ch::e6b5906f-970f-4713-987d-c08c9aa978ea" providerId="AD" clId="Web-{F237E744-13BB-2ED5-2C1E-C885C5F6DD6D}" dt="2024-11-18T12:51:20.539" v="800"/>
          <ac:spMkLst>
            <pc:docMk/>
            <pc:sldMk cId="1459959212" sldId="296"/>
            <ac:spMk id="3" creationId="{B032C558-AB6E-7EF4-4E15-9A77CCEEBCA6}"/>
          </ac:spMkLst>
        </pc:spChg>
        <pc:spChg chg="add">
          <ac:chgData name="Thomas Mayoraz" userId="S::pp10xia@eduvaud.ch::e6b5906f-970f-4713-987d-c08c9aa978ea" providerId="AD" clId="Web-{F237E744-13BB-2ED5-2C1E-C885C5F6DD6D}" dt="2024-11-18T12:52:29.447" v="841"/>
          <ac:spMkLst>
            <pc:docMk/>
            <pc:sldMk cId="1459959212" sldId="296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2:29.447" v="841"/>
          <ac:picMkLst>
            <pc:docMk/>
            <pc:sldMk cId="1459959212" sldId="296"/>
            <ac:picMk id="4" creationId="{C9CDAF66-5593-888D-B526-58248CC2940B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2:54.792" v="854"/>
        <pc:sldMkLst>
          <pc:docMk/>
          <pc:sldMk cId="1716470277" sldId="297"/>
        </pc:sldMkLst>
        <pc:spChg chg="mod">
          <ac:chgData name="Thomas Mayoraz" userId="S::pp10xia@eduvaud.ch::e6b5906f-970f-4713-987d-c08c9aa978ea" providerId="AD" clId="Web-{F237E744-13BB-2ED5-2C1E-C885C5F6DD6D}" dt="2024-11-18T12:52:54.792" v="854"/>
          <ac:spMkLst>
            <pc:docMk/>
            <pc:sldMk cId="1716470277" sldId="297"/>
            <ac:spMk id="2" creationId="{26CF4D5A-0D4A-0FF9-9B6A-9B073429797C}"/>
          </ac:spMkLst>
        </pc:spChg>
        <pc:spChg chg="del">
          <ac:chgData name="Thomas Mayoraz" userId="S::pp10xia@eduvaud.ch::e6b5906f-970f-4713-987d-c08c9aa978ea" providerId="AD" clId="Web-{F237E744-13BB-2ED5-2C1E-C885C5F6DD6D}" dt="2024-11-18T12:52:37.010" v="842"/>
          <ac:spMkLst>
            <pc:docMk/>
            <pc:sldMk cId="1716470277" sldId="297"/>
            <ac:spMk id="3" creationId="{1F1110A1-54B0-871B-1999-8D7E157D223E}"/>
          </ac:spMkLst>
        </pc:spChg>
        <pc:spChg chg="add">
          <ac:chgData name="Thomas Mayoraz" userId="S::pp10xia@eduvaud.ch::e6b5906f-970f-4713-987d-c08c9aa978ea" providerId="AD" clId="Web-{F237E744-13BB-2ED5-2C1E-C885C5F6DD6D}" dt="2024-11-18T12:52:54.792" v="854"/>
          <ac:spMkLst>
            <pc:docMk/>
            <pc:sldMk cId="1716470277" sldId="297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2:54.792" v="854"/>
          <ac:picMkLst>
            <pc:docMk/>
            <pc:sldMk cId="1716470277" sldId="297"/>
            <ac:picMk id="4" creationId="{C8F2261C-7AF8-6FF2-F013-22545E272C97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3:17.495" v="867"/>
        <pc:sldMkLst>
          <pc:docMk/>
          <pc:sldMk cId="364376046" sldId="298"/>
        </pc:sldMkLst>
        <pc:spChg chg="mod">
          <ac:chgData name="Thomas Mayoraz" userId="S::pp10xia@eduvaud.ch::e6b5906f-970f-4713-987d-c08c9aa978ea" providerId="AD" clId="Web-{F237E744-13BB-2ED5-2C1E-C885C5F6DD6D}" dt="2024-11-18T12:53:17.495" v="867"/>
          <ac:spMkLst>
            <pc:docMk/>
            <pc:sldMk cId="364376046" sldId="298"/>
            <ac:spMk id="2" creationId="{FCE3EAA4-1F28-80D5-0132-3E8D8DF13BF8}"/>
          </ac:spMkLst>
        </pc:spChg>
        <pc:spChg chg="del">
          <ac:chgData name="Thomas Mayoraz" userId="S::pp10xia@eduvaud.ch::e6b5906f-970f-4713-987d-c08c9aa978ea" providerId="AD" clId="Web-{F237E744-13BB-2ED5-2C1E-C885C5F6DD6D}" dt="2024-11-18T12:53:02.933" v="855"/>
          <ac:spMkLst>
            <pc:docMk/>
            <pc:sldMk cId="364376046" sldId="298"/>
            <ac:spMk id="3" creationId="{F8FC80A6-ADBB-F627-C8EF-CA0D9D447FA8}"/>
          </ac:spMkLst>
        </pc:spChg>
        <pc:spChg chg="add">
          <ac:chgData name="Thomas Mayoraz" userId="S::pp10xia@eduvaud.ch::e6b5906f-970f-4713-987d-c08c9aa978ea" providerId="AD" clId="Web-{F237E744-13BB-2ED5-2C1E-C885C5F6DD6D}" dt="2024-11-18T12:53:17.495" v="867"/>
          <ac:spMkLst>
            <pc:docMk/>
            <pc:sldMk cId="364376046" sldId="298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3:17.495" v="867"/>
          <ac:picMkLst>
            <pc:docMk/>
            <pc:sldMk cId="364376046" sldId="298"/>
            <ac:picMk id="4" creationId="{12C9458F-522C-972D-E841-4D06ED25FD24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3:42.262" v="883"/>
        <pc:sldMkLst>
          <pc:docMk/>
          <pc:sldMk cId="1497179782" sldId="299"/>
        </pc:sldMkLst>
        <pc:spChg chg="mod">
          <ac:chgData name="Thomas Mayoraz" userId="S::pp10xia@eduvaud.ch::e6b5906f-970f-4713-987d-c08c9aa978ea" providerId="AD" clId="Web-{F237E744-13BB-2ED5-2C1E-C885C5F6DD6D}" dt="2024-11-18T12:53:42.262" v="883"/>
          <ac:spMkLst>
            <pc:docMk/>
            <pc:sldMk cId="1497179782" sldId="299"/>
            <ac:spMk id="2" creationId="{2ADD557E-D00A-39BE-2D9D-FB9ACBEF661E}"/>
          </ac:spMkLst>
        </pc:spChg>
        <pc:spChg chg="del">
          <ac:chgData name="Thomas Mayoraz" userId="S::pp10xia@eduvaud.ch::e6b5906f-970f-4713-987d-c08c9aa978ea" providerId="AD" clId="Web-{F237E744-13BB-2ED5-2C1E-C885C5F6DD6D}" dt="2024-11-18T12:53:28.089" v="870"/>
          <ac:spMkLst>
            <pc:docMk/>
            <pc:sldMk cId="1497179782" sldId="299"/>
            <ac:spMk id="3" creationId="{79C3E556-34BB-DAA8-C982-91EAA9A876BA}"/>
          </ac:spMkLst>
        </pc:spChg>
        <pc:spChg chg="add">
          <ac:chgData name="Thomas Mayoraz" userId="S::pp10xia@eduvaud.ch::e6b5906f-970f-4713-987d-c08c9aa978ea" providerId="AD" clId="Web-{F237E744-13BB-2ED5-2C1E-C885C5F6DD6D}" dt="2024-11-18T12:53:42.262" v="883"/>
          <ac:spMkLst>
            <pc:docMk/>
            <pc:sldMk cId="1497179782" sldId="299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3:42.262" v="883"/>
          <ac:picMkLst>
            <pc:docMk/>
            <pc:sldMk cId="1497179782" sldId="299"/>
            <ac:picMk id="4" creationId="{ACC47A22-7E30-7857-6F13-485989A666F9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4:18.981" v="891"/>
        <pc:sldMkLst>
          <pc:docMk/>
          <pc:sldMk cId="4094227448" sldId="300"/>
        </pc:sldMkLst>
        <pc:spChg chg="mod">
          <ac:chgData name="Thomas Mayoraz" userId="S::pp10xia@eduvaud.ch::e6b5906f-970f-4713-987d-c08c9aa978ea" providerId="AD" clId="Web-{F237E744-13BB-2ED5-2C1E-C885C5F6DD6D}" dt="2024-11-18T12:54:18.981" v="891"/>
          <ac:spMkLst>
            <pc:docMk/>
            <pc:sldMk cId="4094227448" sldId="300"/>
            <ac:spMk id="2" creationId="{57F65719-4965-E5FB-F6A4-B101208DF243}"/>
          </ac:spMkLst>
        </pc:spChg>
        <pc:spChg chg="del">
          <ac:chgData name="Thomas Mayoraz" userId="S::pp10xia@eduvaud.ch::e6b5906f-970f-4713-987d-c08c9aa978ea" providerId="AD" clId="Web-{F237E744-13BB-2ED5-2C1E-C885C5F6DD6D}" dt="2024-11-18T12:54:04.325" v="884"/>
          <ac:spMkLst>
            <pc:docMk/>
            <pc:sldMk cId="4094227448" sldId="300"/>
            <ac:spMk id="3" creationId="{FB289000-B934-6BA4-AE1E-CFE98E1D868E}"/>
          </ac:spMkLst>
        </pc:spChg>
        <pc:spChg chg="add">
          <ac:chgData name="Thomas Mayoraz" userId="S::pp10xia@eduvaud.ch::e6b5906f-970f-4713-987d-c08c9aa978ea" providerId="AD" clId="Web-{F237E744-13BB-2ED5-2C1E-C885C5F6DD6D}" dt="2024-11-18T12:54:18.981" v="891"/>
          <ac:spMkLst>
            <pc:docMk/>
            <pc:sldMk cId="4094227448" sldId="300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4:18.981" v="891"/>
          <ac:picMkLst>
            <pc:docMk/>
            <pc:sldMk cId="4094227448" sldId="300"/>
            <ac:picMk id="4" creationId="{90E754B3-771D-CBC1-785D-1275289AE1CA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5:00.514" v="906"/>
        <pc:sldMkLst>
          <pc:docMk/>
          <pc:sldMk cId="321571890" sldId="301"/>
        </pc:sldMkLst>
        <pc:spChg chg="mod">
          <ac:chgData name="Thomas Mayoraz" userId="S::pp10xia@eduvaud.ch::e6b5906f-970f-4713-987d-c08c9aa978ea" providerId="AD" clId="Web-{F237E744-13BB-2ED5-2C1E-C885C5F6DD6D}" dt="2024-11-18T12:55:00.514" v="906"/>
          <ac:spMkLst>
            <pc:docMk/>
            <pc:sldMk cId="321571890" sldId="301"/>
            <ac:spMk id="2" creationId="{7C4363EF-F3A4-6801-FE91-D2341555430F}"/>
          </ac:spMkLst>
        </pc:spChg>
        <pc:spChg chg="del">
          <ac:chgData name="Thomas Mayoraz" userId="S::pp10xia@eduvaud.ch::e6b5906f-970f-4713-987d-c08c9aa978ea" providerId="AD" clId="Web-{F237E744-13BB-2ED5-2C1E-C885C5F6DD6D}" dt="2024-11-18T12:54:36.450" v="893"/>
          <ac:spMkLst>
            <pc:docMk/>
            <pc:sldMk cId="321571890" sldId="301"/>
            <ac:spMk id="3" creationId="{F4692C4A-6779-01E3-99A7-F74914DEC432}"/>
          </ac:spMkLst>
        </pc:spChg>
        <pc:spChg chg="add">
          <ac:chgData name="Thomas Mayoraz" userId="S::pp10xia@eduvaud.ch::e6b5906f-970f-4713-987d-c08c9aa978ea" providerId="AD" clId="Web-{F237E744-13BB-2ED5-2C1E-C885C5F6DD6D}" dt="2024-11-18T12:55:00.514" v="906"/>
          <ac:spMkLst>
            <pc:docMk/>
            <pc:sldMk cId="321571890" sldId="301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5:00.514" v="906"/>
          <ac:picMkLst>
            <pc:docMk/>
            <pc:sldMk cId="321571890" sldId="301"/>
            <ac:picMk id="4" creationId="{258DE631-3807-7034-4351-46B7BC7ED9C5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5:52.312" v="949"/>
        <pc:sldMkLst>
          <pc:docMk/>
          <pc:sldMk cId="3028716689" sldId="302"/>
        </pc:sldMkLst>
        <pc:spChg chg="mod">
          <ac:chgData name="Thomas Mayoraz" userId="S::pp10xia@eduvaud.ch::e6b5906f-970f-4713-987d-c08c9aa978ea" providerId="AD" clId="Web-{F237E744-13BB-2ED5-2C1E-C885C5F6DD6D}" dt="2024-11-18T12:55:52.312" v="949"/>
          <ac:spMkLst>
            <pc:docMk/>
            <pc:sldMk cId="3028716689" sldId="302"/>
            <ac:spMk id="2" creationId="{0CFCF0E4-C623-DA40-C5AF-5E1071F564A5}"/>
          </ac:spMkLst>
        </pc:spChg>
        <pc:spChg chg="del">
          <ac:chgData name="Thomas Mayoraz" userId="S::pp10xia@eduvaud.ch::e6b5906f-970f-4713-987d-c08c9aa978ea" providerId="AD" clId="Web-{F237E744-13BB-2ED5-2C1E-C885C5F6DD6D}" dt="2024-11-18T12:55:49.124" v="948"/>
          <ac:spMkLst>
            <pc:docMk/>
            <pc:sldMk cId="3028716689" sldId="302"/>
            <ac:spMk id="3" creationId="{4D1CCB34-4797-AFC3-934F-57A538A3B0B6}"/>
          </ac:spMkLst>
        </pc:spChg>
        <pc:spChg chg="add">
          <ac:chgData name="Thomas Mayoraz" userId="S::pp10xia@eduvaud.ch::e6b5906f-970f-4713-987d-c08c9aa978ea" providerId="AD" clId="Web-{F237E744-13BB-2ED5-2C1E-C885C5F6DD6D}" dt="2024-11-18T12:55:52.312" v="949"/>
          <ac:spMkLst>
            <pc:docMk/>
            <pc:sldMk cId="3028716689" sldId="302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5:52.312" v="949"/>
          <ac:picMkLst>
            <pc:docMk/>
            <pc:sldMk cId="3028716689" sldId="302"/>
            <ac:picMk id="4" creationId="{1C080D30-87E4-F655-D08E-6C891F09CE31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2:56:18.625" v="957"/>
        <pc:sldMkLst>
          <pc:docMk/>
          <pc:sldMk cId="1939407666" sldId="303"/>
        </pc:sldMkLst>
        <pc:spChg chg="mod">
          <ac:chgData name="Thomas Mayoraz" userId="S::pp10xia@eduvaud.ch::e6b5906f-970f-4713-987d-c08c9aa978ea" providerId="AD" clId="Web-{F237E744-13BB-2ED5-2C1E-C885C5F6DD6D}" dt="2024-11-18T12:56:18.625" v="957"/>
          <ac:spMkLst>
            <pc:docMk/>
            <pc:sldMk cId="1939407666" sldId="303"/>
            <ac:spMk id="2" creationId="{D4369F02-24A5-7C26-F788-01A3AD4EBCDA}"/>
          </ac:spMkLst>
        </pc:spChg>
        <pc:spChg chg="del">
          <ac:chgData name="Thomas Mayoraz" userId="S::pp10xia@eduvaud.ch::e6b5906f-970f-4713-987d-c08c9aa978ea" providerId="AD" clId="Web-{F237E744-13BB-2ED5-2C1E-C885C5F6DD6D}" dt="2024-11-18T12:56:00.328" v="950"/>
          <ac:spMkLst>
            <pc:docMk/>
            <pc:sldMk cId="1939407666" sldId="303"/>
            <ac:spMk id="3" creationId="{41A9E95A-B1E1-670C-062F-72B5668ACEEE}"/>
          </ac:spMkLst>
        </pc:spChg>
        <pc:spChg chg="add">
          <ac:chgData name="Thomas Mayoraz" userId="S::pp10xia@eduvaud.ch::e6b5906f-970f-4713-987d-c08c9aa978ea" providerId="AD" clId="Web-{F237E744-13BB-2ED5-2C1E-C885C5F6DD6D}" dt="2024-11-18T12:56:18.625" v="957"/>
          <ac:spMkLst>
            <pc:docMk/>
            <pc:sldMk cId="1939407666" sldId="303"/>
            <ac:spMk id="9" creationId="{D4771268-CB57-404A-9271-370EB28F6090}"/>
          </ac:spMkLst>
        </pc:spChg>
        <pc:picChg chg="add mod ord">
          <ac:chgData name="Thomas Mayoraz" userId="S::pp10xia@eduvaud.ch::e6b5906f-970f-4713-987d-c08c9aa978ea" providerId="AD" clId="Web-{F237E744-13BB-2ED5-2C1E-C885C5F6DD6D}" dt="2024-11-18T12:56:18.625" v="957"/>
          <ac:picMkLst>
            <pc:docMk/>
            <pc:sldMk cId="1939407666" sldId="303"/>
            <ac:picMk id="4" creationId="{BEEC0551-FED9-D230-0E74-ED14F8D73EF6}"/>
          </ac:picMkLst>
        </pc:picChg>
      </pc:sldChg>
      <pc:sldChg chg="addSp delSp modSp new mod setBg">
        <pc:chgData name="Thomas Mayoraz" userId="S::pp10xia@eduvaud.ch::e6b5906f-970f-4713-987d-c08c9aa978ea" providerId="AD" clId="Web-{F237E744-13BB-2ED5-2C1E-C885C5F6DD6D}" dt="2024-11-18T13:19:47.034" v="1039" actId="14100"/>
        <pc:sldMkLst>
          <pc:docMk/>
          <pc:sldMk cId="1573908399" sldId="304"/>
        </pc:sldMkLst>
        <pc:spChg chg="mod">
          <ac:chgData name="Thomas Mayoraz" userId="S::pp10xia@eduvaud.ch::e6b5906f-970f-4713-987d-c08c9aa978ea" providerId="AD" clId="Web-{F237E744-13BB-2ED5-2C1E-C885C5F6DD6D}" dt="2024-11-18T13:18:43.064" v="1037"/>
          <ac:spMkLst>
            <pc:docMk/>
            <pc:sldMk cId="1573908399" sldId="304"/>
            <ac:spMk id="2" creationId="{461716A6-0CBF-C201-B6B4-895D0FABF4B4}"/>
          </ac:spMkLst>
        </pc:spChg>
        <pc:spChg chg="del">
          <ac:chgData name="Thomas Mayoraz" userId="S::pp10xia@eduvaud.ch::e6b5906f-970f-4713-987d-c08c9aa978ea" providerId="AD" clId="Web-{F237E744-13BB-2ED5-2C1E-C885C5F6DD6D}" dt="2024-11-18T12:57:44.549" v="978"/>
          <ac:spMkLst>
            <pc:docMk/>
            <pc:sldMk cId="1573908399" sldId="304"/>
            <ac:spMk id="3" creationId="{35049F32-4257-DC27-F7E8-7A47ED367FE4}"/>
          </ac:spMkLst>
        </pc:spChg>
        <pc:spChg chg="add del mod">
          <ac:chgData name="Thomas Mayoraz" userId="S::pp10xia@eduvaud.ch::e6b5906f-970f-4713-987d-c08c9aa978ea" providerId="AD" clId="Web-{F237E744-13BB-2ED5-2C1E-C885C5F6DD6D}" dt="2024-11-18T12:59:29.255" v="980"/>
          <ac:spMkLst>
            <pc:docMk/>
            <pc:sldMk cId="1573908399" sldId="304"/>
            <ac:spMk id="6" creationId="{599B8C01-179F-514F-7C0C-C30ED8EBC99E}"/>
          </ac:spMkLst>
        </pc:spChg>
        <pc:spChg chg="add del">
          <ac:chgData name="Thomas Mayoraz" userId="S::pp10xia@eduvaud.ch::e6b5906f-970f-4713-987d-c08c9aa978ea" providerId="AD" clId="Web-{F237E744-13BB-2ED5-2C1E-C885C5F6DD6D}" dt="2024-11-18T13:18:43.064" v="1037"/>
          <ac:spMkLst>
            <pc:docMk/>
            <pc:sldMk cId="1573908399" sldId="304"/>
            <ac:spMk id="12" creationId="{D4771268-CB57-404A-9271-370EB28F6090}"/>
          </ac:spMkLst>
        </pc:spChg>
        <pc:spChg chg="add">
          <ac:chgData name="Thomas Mayoraz" userId="S::pp10xia@eduvaud.ch::e6b5906f-970f-4713-987d-c08c9aa978ea" providerId="AD" clId="Web-{F237E744-13BB-2ED5-2C1E-C885C5F6DD6D}" dt="2024-11-18T13:18:43.064" v="1037"/>
          <ac:spMkLst>
            <pc:docMk/>
            <pc:sldMk cId="1573908399" sldId="304"/>
            <ac:spMk id="17" creationId="{C497725C-6431-496A-B11C-691354780DCD}"/>
          </ac:spMkLst>
        </pc:spChg>
        <pc:spChg chg="add">
          <ac:chgData name="Thomas Mayoraz" userId="S::pp10xia@eduvaud.ch::e6b5906f-970f-4713-987d-c08c9aa978ea" providerId="AD" clId="Web-{F237E744-13BB-2ED5-2C1E-C885C5F6DD6D}" dt="2024-11-18T13:18:43.064" v="1037"/>
          <ac:spMkLst>
            <pc:docMk/>
            <pc:sldMk cId="1573908399" sldId="304"/>
            <ac:spMk id="24" creationId="{B81933D1-5615-42C7-9C0B-4EB7105CCE2D}"/>
          </ac:spMkLst>
        </pc:spChg>
        <pc:spChg chg="add">
          <ac:chgData name="Thomas Mayoraz" userId="S::pp10xia@eduvaud.ch::e6b5906f-970f-4713-987d-c08c9aa978ea" providerId="AD" clId="Web-{F237E744-13BB-2ED5-2C1E-C885C5F6DD6D}" dt="2024-11-18T13:18:43.064" v="1037"/>
          <ac:spMkLst>
            <pc:docMk/>
            <pc:sldMk cId="1573908399" sldId="304"/>
            <ac:spMk id="26" creationId="{B089A89A-1E9C-4761-9DFF-53C275FBF870}"/>
          </ac:spMkLst>
        </pc:spChg>
        <pc:spChg chg="add">
          <ac:chgData name="Thomas Mayoraz" userId="S::pp10xia@eduvaud.ch::e6b5906f-970f-4713-987d-c08c9aa978ea" providerId="AD" clId="Web-{F237E744-13BB-2ED5-2C1E-C885C5F6DD6D}" dt="2024-11-18T13:18:43.064" v="1037"/>
          <ac:spMkLst>
            <pc:docMk/>
            <pc:sldMk cId="1573908399" sldId="304"/>
            <ac:spMk id="28" creationId="{19C9EAEA-39D0-4B0E-A0EB-51E7B26740B1}"/>
          </ac:spMkLst>
        </pc:spChg>
        <pc:grpChg chg="add">
          <ac:chgData name="Thomas Mayoraz" userId="S::pp10xia@eduvaud.ch::e6b5906f-970f-4713-987d-c08c9aa978ea" providerId="AD" clId="Web-{F237E744-13BB-2ED5-2C1E-C885C5F6DD6D}" dt="2024-11-18T13:18:43.064" v="1037"/>
          <ac:grpSpMkLst>
            <pc:docMk/>
            <pc:sldMk cId="1573908399" sldId="304"/>
            <ac:grpSpMk id="19" creationId="{032D8612-31EB-44CF-A1D0-14FD4C705424}"/>
          </ac:grpSpMkLst>
        </pc:grpChg>
        <pc:picChg chg="add del mod ord">
          <ac:chgData name="Thomas Mayoraz" userId="S::pp10xia@eduvaud.ch::e6b5906f-970f-4713-987d-c08c9aa978ea" providerId="AD" clId="Web-{F237E744-13BB-2ED5-2C1E-C885C5F6DD6D}" dt="2024-11-18T12:57:49.783" v="979"/>
          <ac:picMkLst>
            <pc:docMk/>
            <pc:sldMk cId="1573908399" sldId="304"/>
            <ac:picMk id="4" creationId="{D24520FC-2A4C-FFF6-0737-D9E5D3DA19A9}"/>
          </ac:picMkLst>
        </pc:picChg>
        <pc:picChg chg="add mod ord">
          <ac:chgData name="Thomas Mayoraz" userId="S::pp10xia@eduvaud.ch::e6b5906f-970f-4713-987d-c08c9aa978ea" providerId="AD" clId="Web-{F237E744-13BB-2ED5-2C1E-C885C5F6DD6D}" dt="2024-11-18T13:18:43.064" v="1037"/>
          <ac:picMkLst>
            <pc:docMk/>
            <pc:sldMk cId="1573908399" sldId="304"/>
            <ac:picMk id="7" creationId="{9BEEAB2A-3786-0192-41B0-16B0B9B1E70B}"/>
          </ac:picMkLst>
        </pc:picChg>
        <pc:picChg chg="add mod">
          <ac:chgData name="Thomas Mayoraz" userId="S::pp10xia@eduvaud.ch::e6b5906f-970f-4713-987d-c08c9aa978ea" providerId="AD" clId="Web-{F237E744-13BB-2ED5-2C1E-C885C5F6DD6D}" dt="2024-11-18T13:19:47.034" v="1039" actId="14100"/>
          <ac:picMkLst>
            <pc:docMk/>
            <pc:sldMk cId="1573908399" sldId="304"/>
            <ac:picMk id="8" creationId="{A163559C-C68D-5884-C999-92605F9CBB94}"/>
          </ac:picMkLst>
        </pc:picChg>
      </pc:sldChg>
    </pc:docChg>
  </pc:docChgLst>
  <pc:docChgLst>
    <pc:chgData name="Thomas Mayoraz" userId="S::pp10xia@eduvaud.ch::e6b5906f-970f-4713-987d-c08c9aa978ea" providerId="AD" clId="Web-{835EC97F-0F2D-3E5A-4E1D-5EA316836C25}"/>
    <pc:docChg chg="modSld">
      <pc:chgData name="Thomas Mayoraz" userId="S::pp10xia@eduvaud.ch::e6b5906f-970f-4713-987d-c08c9aa978ea" providerId="AD" clId="Web-{835EC97F-0F2D-3E5A-4E1D-5EA316836C25}" dt="2024-11-18T13:35:06.085" v="23" actId="20577"/>
      <pc:docMkLst>
        <pc:docMk/>
      </pc:docMkLst>
      <pc:sldChg chg="modSp">
        <pc:chgData name="Thomas Mayoraz" userId="S::pp10xia@eduvaud.ch::e6b5906f-970f-4713-987d-c08c9aa978ea" providerId="AD" clId="Web-{835EC97F-0F2D-3E5A-4E1D-5EA316836C25}" dt="2024-11-18T13:30:59.891" v="7" actId="20577"/>
        <pc:sldMkLst>
          <pc:docMk/>
          <pc:sldMk cId="4081574952" sldId="259"/>
        </pc:sldMkLst>
        <pc:spChg chg="mod">
          <ac:chgData name="Thomas Mayoraz" userId="S::pp10xia@eduvaud.ch::e6b5906f-970f-4713-987d-c08c9aa978ea" providerId="AD" clId="Web-{835EC97F-0F2D-3E5A-4E1D-5EA316836C25}" dt="2024-11-18T13:30:59.891" v="7" actId="20577"/>
          <ac:spMkLst>
            <pc:docMk/>
            <pc:sldMk cId="4081574952" sldId="259"/>
            <ac:spMk id="2" creationId="{0956A90B-0F7A-3C98-E738-DD354148A49D}"/>
          </ac:spMkLst>
        </pc:spChg>
      </pc:sldChg>
      <pc:sldChg chg="modSp">
        <pc:chgData name="Thomas Mayoraz" userId="S::pp10xia@eduvaud.ch::e6b5906f-970f-4713-987d-c08c9aa978ea" providerId="AD" clId="Web-{835EC97F-0F2D-3E5A-4E1D-5EA316836C25}" dt="2024-11-18T13:32:00.799" v="10" actId="20577"/>
        <pc:sldMkLst>
          <pc:docMk/>
          <pc:sldMk cId="1919173782" sldId="267"/>
        </pc:sldMkLst>
        <pc:spChg chg="mod">
          <ac:chgData name="Thomas Mayoraz" userId="S::pp10xia@eduvaud.ch::e6b5906f-970f-4713-987d-c08c9aa978ea" providerId="AD" clId="Web-{835EC97F-0F2D-3E5A-4E1D-5EA316836C25}" dt="2024-11-18T13:32:00.799" v="10" actId="20577"/>
          <ac:spMkLst>
            <pc:docMk/>
            <pc:sldMk cId="1919173782" sldId="267"/>
            <ac:spMk id="2" creationId="{192504A8-526F-508B-74B9-574763E4555D}"/>
          </ac:spMkLst>
        </pc:spChg>
      </pc:sldChg>
      <pc:sldChg chg="addSp delSp modSp">
        <pc:chgData name="Thomas Mayoraz" userId="S::pp10xia@eduvaud.ch::e6b5906f-970f-4713-987d-c08c9aa978ea" providerId="AD" clId="Web-{835EC97F-0F2D-3E5A-4E1D-5EA316836C25}" dt="2024-11-18T13:33:20.082" v="22"/>
        <pc:sldMkLst>
          <pc:docMk/>
          <pc:sldMk cId="1383928190" sldId="270"/>
        </pc:sldMkLst>
        <pc:spChg chg="add del">
          <ac:chgData name="Thomas Mayoraz" userId="S::pp10xia@eduvaud.ch::e6b5906f-970f-4713-987d-c08c9aa978ea" providerId="AD" clId="Web-{835EC97F-0F2D-3E5A-4E1D-5EA316836C25}" dt="2024-11-18T13:33:09.175" v="19"/>
          <ac:spMkLst>
            <pc:docMk/>
            <pc:sldMk cId="1383928190" sldId="270"/>
            <ac:spMk id="3" creationId="{FA15ACAC-B289-0478-35B2-F31F192EFFDA}"/>
          </ac:spMkLst>
        </pc:spChg>
        <pc:spChg chg="add mod">
          <ac:chgData name="Thomas Mayoraz" userId="S::pp10xia@eduvaud.ch::e6b5906f-970f-4713-987d-c08c9aa978ea" providerId="AD" clId="Web-{835EC97F-0F2D-3E5A-4E1D-5EA316836C25}" dt="2024-11-18T13:33:20.082" v="22"/>
          <ac:spMkLst>
            <pc:docMk/>
            <pc:sldMk cId="1383928190" sldId="270"/>
            <ac:spMk id="5" creationId="{CF076C99-3752-4CBA-0397-4430ECBFAC7A}"/>
          </ac:spMkLst>
        </pc:spChg>
        <pc:spChg chg="del mod">
          <ac:chgData name="Thomas Mayoraz" userId="S::pp10xia@eduvaud.ch::e6b5906f-970f-4713-987d-c08c9aa978ea" providerId="AD" clId="Web-{835EC97F-0F2D-3E5A-4E1D-5EA316836C25}" dt="2024-11-18T13:32:55.144" v="17"/>
          <ac:spMkLst>
            <pc:docMk/>
            <pc:sldMk cId="1383928190" sldId="270"/>
            <ac:spMk id="8" creationId="{DD081C6D-9F7E-75DF-86D3-114053982D52}"/>
          </ac:spMkLst>
        </pc:spChg>
      </pc:sldChg>
      <pc:sldChg chg="modSp">
        <pc:chgData name="Thomas Mayoraz" userId="S::pp10xia@eduvaud.ch::e6b5906f-970f-4713-987d-c08c9aa978ea" providerId="AD" clId="Web-{835EC97F-0F2D-3E5A-4E1D-5EA316836C25}" dt="2024-11-18T13:35:06.085" v="23" actId="20577"/>
        <pc:sldMkLst>
          <pc:docMk/>
          <pc:sldMk cId="1739400107" sldId="289"/>
        </pc:sldMkLst>
        <pc:spChg chg="mod">
          <ac:chgData name="Thomas Mayoraz" userId="S::pp10xia@eduvaud.ch::e6b5906f-970f-4713-987d-c08c9aa978ea" providerId="AD" clId="Web-{835EC97F-0F2D-3E5A-4E1D-5EA316836C25}" dt="2024-11-18T13:35:06.085" v="23" actId="20577"/>
          <ac:spMkLst>
            <pc:docMk/>
            <pc:sldMk cId="1739400107" sldId="289"/>
            <ac:spMk id="5" creationId="{0D4DB611-3A6C-502E-4C19-2F48AF3568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18/11/2024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fr" sz="4800">
                <a:solidFill>
                  <a:srgbClr val="FFFFFF"/>
                </a:solidFill>
                <a:ea typeface="+mj-lt"/>
                <a:cs typeface="+mj-lt"/>
              </a:rPr>
              <a:t>Création d’une Machine Virtuelle sous Windows 10 via VirtualBox</a:t>
            </a:r>
            <a:endParaRPr lang="fr-FR" sz="4800">
              <a:solidFill>
                <a:srgbClr val="FFFFFF"/>
              </a:solidFill>
            </a:endParaRPr>
          </a:p>
          <a:p>
            <a:pPr algn="r"/>
            <a:endParaRPr lang="fr-FR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fr-FR">
                <a:solidFill>
                  <a:srgbClr val="FFFFFF"/>
                </a:solidFill>
              </a:rPr>
              <a:t>Thomas Mayoraz MIN1B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9188DF-FA96-025D-2F74-CE23AC04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Ouvrez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programme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VirtualBox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 err="1">
                <a:solidFill>
                  <a:srgbClr val="FFFFFF"/>
                </a:solidFill>
              </a:rPr>
              <a:t>puis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cliquez</a:t>
            </a:r>
            <a:r>
              <a:rPr lang="en-US" sz="3600" dirty="0">
                <a:solidFill>
                  <a:srgbClr val="FFFFFF"/>
                </a:solidFill>
              </a:rPr>
              <a:t> sur "Nouvelle"</a:t>
            </a:r>
            <a:endParaRPr lang="en-US" sz="3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0488B3C9-2FB0-34C7-2869-47A943968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03812"/>
            <a:ext cx="6780700" cy="3848047"/>
          </a:xfrm>
          <a:prstGeom prst="rect">
            <a:avLst/>
          </a:prstGeom>
        </p:spPr>
      </p:pic>
      <p:sp>
        <p:nvSpPr>
          <p:cNvPr id="5" name="Cadre 4">
            <a:extLst>
              <a:ext uri="{FF2B5EF4-FFF2-40B4-BE49-F238E27FC236}">
                <a16:creationId xmlns:a16="http://schemas.microsoft.com/office/drawing/2014/main" id="{8195FF64-7FBC-009D-8C11-4410560743BE}"/>
              </a:ext>
            </a:extLst>
          </p:cNvPr>
          <p:cNvSpPr/>
          <p:nvPr/>
        </p:nvSpPr>
        <p:spPr>
          <a:xfrm>
            <a:off x="8339667" y="1820333"/>
            <a:ext cx="402166" cy="47625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4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6CF819-CE2D-F8F1-AFB5-86D5D075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Nommez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-la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vous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souhaitez</a:t>
            </a:r>
            <a:endParaRPr lang="en-US" sz="3600" kern="1200" dirty="0" err="1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451D1142-8D4A-BBD5-930D-3186968BE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2003888"/>
            <a:ext cx="6780700" cy="28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8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56A90B-0F7A-3C98-E738-DD354148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Puis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fichier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ISO que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vous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avez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téléchargé</a:t>
            </a:r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au </a:t>
            </a:r>
            <a:r>
              <a:rPr lang="en-US" sz="2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préalable</a:t>
            </a:r>
            <a:r>
              <a:rPr lang="en-US" sz="2800" dirty="0">
                <a:solidFill>
                  <a:srgbClr val="FFFFFF"/>
                </a:solidFill>
              </a:rPr>
              <a:t> (windows 10 </a:t>
            </a:r>
            <a:r>
              <a:rPr lang="en-US" sz="2800" dirty="0" err="1">
                <a:solidFill>
                  <a:srgbClr val="FFFFFF"/>
                </a:solidFill>
              </a:rPr>
              <a:t>ici</a:t>
            </a:r>
            <a:r>
              <a:rPr lang="en-US" sz="2800" dirty="0">
                <a:solidFill>
                  <a:srgbClr val="FFFFFF"/>
                </a:solidFill>
              </a:rPr>
              <a:t>)</a:t>
            </a:r>
            <a:endParaRPr lang="en-US" sz="28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, logiciel, Police&#10;&#10;Description générée automatiquement">
            <a:extLst>
              <a:ext uri="{FF2B5EF4-FFF2-40B4-BE49-F238E27FC236}">
                <a16:creationId xmlns:a16="http://schemas.microsoft.com/office/drawing/2014/main" id="{B1858276-FAA1-50EE-509C-90F5E134F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24030"/>
            <a:ext cx="6780700" cy="54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7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9F1FBE-3AB0-33A0-B1B7-857C65C7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Appuyez sur suivant</a:t>
            </a:r>
          </a:p>
        </p:txBody>
      </p:sp>
      <p:pic>
        <p:nvPicPr>
          <p:cNvPr id="4" name="Espace réservé du contenu 3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0B2B93D7-5B97-B49E-0843-D85775386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56224"/>
            <a:ext cx="6780700" cy="55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1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E98EC6-20AF-B25E-2DDA-517A02AB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4096 MB de mémoire vive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Appareils électroniques, capture d’écran, affichage&#10;&#10;Description générée automatiquement">
            <a:extLst>
              <a:ext uri="{FF2B5EF4-FFF2-40B4-BE49-F238E27FC236}">
                <a16:creationId xmlns:a16="http://schemas.microsoft.com/office/drawing/2014/main" id="{85148086-93FA-3354-9AB5-D42F8A8BA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73175"/>
            <a:ext cx="6780700" cy="55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7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4D07FD-660B-9062-E4A1-B4BACCF5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« Créer un disque dur virtuel maintenant »</a:t>
            </a:r>
          </a:p>
          <a:p>
            <a:pPr algn="ctr"/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Appareils électroniques, capture d’écran, Police&#10;&#10;Description générée automatiquement">
            <a:extLst>
              <a:ext uri="{FF2B5EF4-FFF2-40B4-BE49-F238E27FC236}">
                <a16:creationId xmlns:a16="http://schemas.microsoft.com/office/drawing/2014/main" id="{E3A5C466-E13B-85C0-1626-719846187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15555"/>
            <a:ext cx="6780700" cy="542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56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CDF9F4-A131-C396-B044-8B026ED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VDI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23792A06-FE3E-27AF-1503-12BAC95B9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3610" y="643466"/>
            <a:ext cx="632811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7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964D9E-1FBB-9AF9-E185-BA025EE5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 « Dynamiquement alloué »</a:t>
            </a:r>
          </a:p>
          <a:p>
            <a:pPr algn="ctr"/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85CF9720-7DE9-494B-CBFB-D7E6C2C02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1486" y="643466"/>
            <a:ext cx="629235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8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00474AD-AF5E-4800-A680-CE7A33C59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environ 50GB de stockage, cela est largement suffisant</a:t>
            </a:r>
          </a:p>
        </p:txBody>
      </p:sp>
      <p:pic>
        <p:nvPicPr>
          <p:cNvPr id="4" name="Espace réservé du contenu 3" descr="Une image contenant texte, Appareils électroniques, capture d’écran, Police&#10;&#10;Description générée automatiquement">
            <a:extLst>
              <a:ext uri="{FF2B5EF4-FFF2-40B4-BE49-F238E27FC236}">
                <a16:creationId xmlns:a16="http://schemas.microsoft.com/office/drawing/2014/main" id="{4FCDC14C-E7A1-1DE4-1658-3412831D0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7242" y="643466"/>
            <a:ext cx="640084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19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2C5742-A7C4-B657-D5FA-871640BE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Allez dans l’onglet « configuration » de votre VM.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72A4283F-120F-C8FB-A6FA-CE054C5A9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03812"/>
            <a:ext cx="6780700" cy="384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3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2504A8-526F-508B-74B9-574763E4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dirty="0">
                <a:solidFill>
                  <a:srgbClr val="FFFFFF"/>
                </a:solidFill>
              </a:rPr>
              <a:t>"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stockage</a:t>
            </a:r>
            <a:r>
              <a:rPr lang="en-US" sz="2500" dirty="0">
                <a:solidFill>
                  <a:srgbClr val="FFFFFF"/>
                </a:solidFill>
              </a:rPr>
              <a:t>"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puis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la petite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icone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avec le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disque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et dans « 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lecteur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optique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»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fichier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ISO.</a:t>
            </a:r>
          </a:p>
          <a:p>
            <a:pPr algn="ctr"/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DE452844-7175-3EFF-CB39-1A7401FA7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961509"/>
            <a:ext cx="6780700" cy="293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7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695C85-9A37-E6CF-3E45-303B70BA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 votre Fichier nommé ISO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1DE30B53-574F-59F2-8ED3-7E7668A47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9240"/>
            <a:ext cx="6780700" cy="379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41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69E02F-4FA7-429B-3DBE-59A987266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Vous devez obtenir ceci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20803055-97FD-DB13-AFB1-2F05FA568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40983"/>
            <a:ext cx="6780700" cy="537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43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5719ED-E236-DE57-6410-163EFC46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fr" sz="3700">
                <a:ea typeface="+mj-lt"/>
                <a:cs typeface="+mj-lt"/>
              </a:rPr>
              <a:t>Ensuite démarrez votre machine avec le bouton démarrer</a:t>
            </a:r>
            <a:endParaRPr lang="fr-FR" sz="3700"/>
          </a:p>
          <a:p>
            <a:pPr algn="r"/>
            <a:endParaRPr lang="fr-FR" sz="3700"/>
          </a:p>
        </p:txBody>
      </p:sp>
      <p:pic>
        <p:nvPicPr>
          <p:cNvPr id="4" name="Espace réservé du contenu 3" descr="Une image contenant texte, capture d’écran, logiciel, Police&#10;&#10;Description générée automatiquement">
            <a:extLst>
              <a:ext uri="{FF2B5EF4-FFF2-40B4-BE49-F238E27FC236}">
                <a16:creationId xmlns:a16="http://schemas.microsoft.com/office/drawing/2014/main" id="{66D711FC-A7E7-F871-384D-CD05968BE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2" y="1419003"/>
            <a:ext cx="11139778" cy="153171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dre 4">
            <a:extLst>
              <a:ext uri="{FF2B5EF4-FFF2-40B4-BE49-F238E27FC236}">
                <a16:creationId xmlns:a16="http://schemas.microsoft.com/office/drawing/2014/main" id="{CF076C99-3752-4CBA-0397-4430ECBFAC7A}"/>
              </a:ext>
            </a:extLst>
          </p:cNvPr>
          <p:cNvSpPr/>
          <p:nvPr/>
        </p:nvSpPr>
        <p:spPr>
          <a:xfrm>
            <a:off x="8787740" y="1902526"/>
            <a:ext cx="672935" cy="732311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28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0FFA99-CFCC-F8A9-5195-4CB5DB4B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votre langue et votre disposition clavier</a:t>
            </a:r>
          </a:p>
          <a:p>
            <a:pPr algn="ctr"/>
            <a:endParaRPr lang="en-US" sz="33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11BF2A9E-4F1E-73BF-75FC-5A5C8DEEE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47749"/>
            <a:ext cx="6780700" cy="556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4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1DFAC7-0DC3-A59A-3180-B600D9EC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Installez Windows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logiciel, Système d’exploitation&#10;&#10;Description générée automatiquement">
            <a:extLst>
              <a:ext uri="{FF2B5EF4-FFF2-40B4-BE49-F238E27FC236}">
                <a16:creationId xmlns:a16="http://schemas.microsoft.com/office/drawing/2014/main" id="{6E538E38-05F5-D3BC-160F-0D88005B7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02025"/>
            <a:ext cx="6780700" cy="505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0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6713A1-61FA-ED59-4AE6-B589459F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"Personnalisé "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141FB0EC-505B-52ED-7EF0-57C3A03EF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34217"/>
            <a:ext cx="6780700" cy="518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75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591840-DC27-EB49-8221-ACAA89F9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Appuyez sur suivant</a:t>
            </a:r>
          </a:p>
          <a:p>
            <a:pPr algn="ctr"/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ce réservé du contenu 3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FAFEFAF1-42E1-326C-44A0-FDCF170B7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35928"/>
            <a:ext cx="6780700" cy="498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58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B68A6E-2D24-0665-8BFC-EDA58EAE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Acceptez les conditions puis appuyez sur suivant</a:t>
            </a:r>
          </a:p>
        </p:txBody>
      </p:sp>
      <p:pic>
        <p:nvPicPr>
          <p:cNvPr id="4" name="Espace réservé du contenu 3" descr="Une image contenant texte, Appareils électroniques, capture d’écran, affichage&#10;&#10;Description générée automatiquement">
            <a:extLst>
              <a:ext uri="{FF2B5EF4-FFF2-40B4-BE49-F238E27FC236}">
                <a16:creationId xmlns:a16="http://schemas.microsoft.com/office/drawing/2014/main" id="{11591589-E535-13CE-90AE-D20091317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59645"/>
            <a:ext cx="6780700" cy="513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01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762B9B-7D47-1B0D-4F8A-B0F13E08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 votre région 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B2264EB3-4A73-4BD3-3EF8-A5929EBD6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56224"/>
            <a:ext cx="6780700" cy="55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645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922558-6082-62C6-559B-11BF14FA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Dites oui si cela est correct sinon changez 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E5306A23-2B49-6935-F424-2A6A894B1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73175"/>
            <a:ext cx="6780700" cy="55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10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9EE5C2-94C2-80CB-F960-806CA015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 "Joindre le domaine à la place"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D64CA308-A642-8F03-110B-D799EE734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98604"/>
            <a:ext cx="6780700" cy="54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3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861065-4F02-BB3E-5B2F-858C742C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Entrez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nom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d'utilisateur</a:t>
            </a:r>
            <a:r>
              <a:rPr lang="en-US" sz="3600" dirty="0">
                <a:solidFill>
                  <a:srgbClr val="FFFFFF"/>
                </a:solidFill>
              </a:rPr>
              <a:t> personnel</a:t>
            </a:r>
            <a:endParaRPr lang="en-US" sz="36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, logiciel, Système d’exploitation&#10;&#10;Description générée automatiquement">
            <a:extLst>
              <a:ext uri="{FF2B5EF4-FFF2-40B4-BE49-F238E27FC236}">
                <a16:creationId xmlns:a16="http://schemas.microsoft.com/office/drawing/2014/main" id="{3FCCAB7E-2081-1FC1-323A-73D647658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90127"/>
            <a:ext cx="6780700" cy="547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15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CC9867-D987-2CCE-5377-96A90531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Entrez un mot de passe </a:t>
            </a:r>
            <a:r>
              <a:rPr lang="en-US" sz="3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vous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 </a:t>
            </a:r>
            <a:r>
              <a:rPr lang="en-US" sz="3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souhaitez</a:t>
            </a:r>
            <a:r>
              <a:rPr lang="en-US" sz="3300" dirty="0">
                <a:solidFill>
                  <a:srgbClr val="FFFFFF"/>
                </a:solidFill>
              </a:rPr>
              <a:t> </a:t>
            </a:r>
            <a:r>
              <a:rPr lang="en-US" sz="3300" dirty="0" err="1">
                <a:solidFill>
                  <a:srgbClr val="FFFFFF"/>
                </a:solidFill>
              </a:rPr>
              <a:t>sinon</a:t>
            </a:r>
            <a:r>
              <a:rPr lang="en-US" sz="3300" dirty="0">
                <a:solidFill>
                  <a:srgbClr val="FFFFFF"/>
                </a:solidFill>
              </a:rPr>
              <a:t> </a:t>
            </a:r>
            <a:r>
              <a:rPr lang="en-US" sz="3300" dirty="0" err="1">
                <a:solidFill>
                  <a:srgbClr val="FFFFFF"/>
                </a:solidFill>
              </a:rPr>
              <a:t>appuyez</a:t>
            </a:r>
            <a:r>
              <a:rPr lang="en-US" sz="3300" dirty="0">
                <a:solidFill>
                  <a:srgbClr val="FFFFFF"/>
                </a:solidFill>
              </a:rPr>
              <a:t> sur </a:t>
            </a:r>
            <a:r>
              <a:rPr lang="en-US" sz="3300" dirty="0" err="1">
                <a:solidFill>
                  <a:srgbClr val="FFFFFF"/>
                </a:solidFill>
              </a:rPr>
              <a:t>suivant</a:t>
            </a:r>
            <a:endParaRPr lang="en-US" sz="33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4" name="Espace réservé du contenu 3" descr="Une image contenant texte, capture d’écran, logiciel, Système d’exploitation&#10;&#10;Description générée automatiquement">
            <a:extLst>
              <a:ext uri="{FF2B5EF4-FFF2-40B4-BE49-F238E27FC236}">
                <a16:creationId xmlns:a16="http://schemas.microsoft.com/office/drawing/2014/main" id="{F2078D49-92EF-9D27-9120-D9FA95155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73175"/>
            <a:ext cx="6780700" cy="55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87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0F2A6-428D-A1AB-C4DF-21E53067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non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85A47B96-13E2-BB18-3A04-FE0671523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93548"/>
            <a:ext cx="6780700" cy="50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63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5D8378-7744-4914-1A23-1171786F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données obligatoires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D5531095-5F36-AB35-63C3-1FFC90BAB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12210"/>
            <a:ext cx="6780700" cy="483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86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C1CD3D-1D87-77C3-EF5F-3AFDE475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Entrez non</a:t>
            </a:r>
          </a:p>
        </p:txBody>
      </p:sp>
      <p:pic>
        <p:nvPicPr>
          <p:cNvPr id="4" name="Espace réservé du contenu 3" descr="Une image contenant texte, capture d’écran, Police, logiciel&#10;&#10;Description générée automatiquement">
            <a:extLst>
              <a:ext uri="{FF2B5EF4-FFF2-40B4-BE49-F238E27FC236}">
                <a16:creationId xmlns:a16="http://schemas.microsoft.com/office/drawing/2014/main" id="{90E7C1AE-0017-6623-CA3D-08147115B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96970"/>
            <a:ext cx="6780700" cy="466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38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D22A30E-C666-8172-D46C-8CACF3B3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non 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4F0D37DE-BCCE-FE7E-B887-F3CE3A67C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93548"/>
            <a:ext cx="6780700" cy="50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496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8A32EF-A4B9-647F-BBD3-A8FE4D29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 non</a:t>
            </a:r>
          </a:p>
        </p:txBody>
      </p:sp>
      <p:pic>
        <p:nvPicPr>
          <p:cNvPr id="4" name="Espace réservé du contenu 3" descr="Une image contenant texte, capture d’écran, logiciel, Site web&#10;&#10;Description générée automatiquement">
            <a:extLst>
              <a:ext uri="{FF2B5EF4-FFF2-40B4-BE49-F238E27FC236}">
                <a16:creationId xmlns:a16="http://schemas.microsoft.com/office/drawing/2014/main" id="{D2D631B3-EC2B-C780-0557-A48569FA2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22397"/>
            <a:ext cx="6780700" cy="461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46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894A5B-0921-5ADB-CEA5-CC0518EA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non 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FCA98AAB-5C52-96DA-6D75-9E5CA34F9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18977"/>
            <a:ext cx="6780700" cy="501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61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C36075-7DA0-776F-70D6-44A51972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Patientez</a:t>
            </a:r>
            <a:r>
              <a:rPr lang="en-US" sz="3300" dirty="0">
                <a:solidFill>
                  <a:srgbClr val="FFFFFF"/>
                </a:solidFill>
              </a:rPr>
              <a:t>, (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 FERMEZ SURTOUT PAS VOTRE VM)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B4DCD61-C986-BC23-4D30-93736FF3E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69832"/>
            <a:ext cx="6780700" cy="491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86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744C68-2236-A559-DA02-FF891E6C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Félicitations!!! Vous avez réussi à installer une VM sous Windows 10</a:t>
            </a:r>
          </a:p>
        </p:txBody>
      </p:sp>
      <p:pic>
        <p:nvPicPr>
          <p:cNvPr id="4" name="Espace réservé du contenu 3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31D83CFE-AF36-0306-CD5A-361689927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34217"/>
            <a:ext cx="6780700" cy="518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71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11699D-1879-FD33-52D8-FEF16E58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Maintenant éteignez votre VM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D4DB611-3A6C-502E-4C19-2F48AF3568B2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Nous </a:t>
            </a:r>
            <a:r>
              <a:rPr lang="en-US" sz="2200" dirty="0" err="1"/>
              <a:t>allons</a:t>
            </a:r>
            <a:r>
              <a:rPr lang="en-US" sz="2200" dirty="0"/>
              <a:t> </a:t>
            </a:r>
            <a:r>
              <a:rPr lang="en-US" sz="2200" dirty="0" err="1"/>
              <a:t>sauvegarder</a:t>
            </a:r>
            <a:r>
              <a:rPr lang="en-US" sz="2200" dirty="0"/>
              <a:t> </a:t>
            </a:r>
            <a:r>
              <a:rPr lang="en-US" sz="2200" dirty="0" err="1"/>
              <a:t>l'instalation</a:t>
            </a:r>
            <a:r>
              <a:rPr lang="en-US" sz="2200" dirty="0"/>
              <a:t> de Windows sur la </a:t>
            </a:r>
            <a:r>
              <a:rPr lang="en-US" sz="2200" dirty="0" err="1"/>
              <a:t>vm</a:t>
            </a:r>
            <a:r>
              <a:rPr lang="en-US" sz="2200" dirty="0"/>
              <a:t> pour ne pas </a:t>
            </a:r>
            <a:r>
              <a:rPr lang="en-US" sz="2200" dirty="0" err="1"/>
              <a:t>avoir</a:t>
            </a:r>
            <a:r>
              <a:rPr lang="en-US" sz="2200" dirty="0"/>
              <a:t> à le </a:t>
            </a:r>
            <a:r>
              <a:rPr lang="en-US" sz="2200" dirty="0" err="1"/>
              <a:t>refaire</a:t>
            </a:r>
            <a:r>
              <a:rPr lang="en-US" sz="2200" dirty="0"/>
              <a:t> </a:t>
            </a:r>
            <a:r>
              <a:rPr lang="en-US" sz="2200" dirty="0" err="1"/>
              <a:t>si</a:t>
            </a:r>
            <a:r>
              <a:rPr lang="en-US" sz="2200" dirty="0"/>
              <a:t> nous </a:t>
            </a:r>
            <a:r>
              <a:rPr lang="en-US" sz="2200" dirty="0" err="1"/>
              <a:t>avons</a:t>
            </a:r>
            <a:r>
              <a:rPr lang="en-US" sz="2200" dirty="0"/>
              <a:t> un </a:t>
            </a:r>
            <a:r>
              <a:rPr lang="en-US" sz="2200" dirty="0" err="1"/>
              <a:t>problème</a:t>
            </a:r>
            <a:r>
              <a:rPr lang="en-US" sz="2200" dirty="0"/>
              <a:t> dans le </a:t>
            </a:r>
            <a:r>
              <a:rPr lang="en-US" sz="2200" dirty="0" err="1"/>
              <a:t>futur</a:t>
            </a:r>
            <a:r>
              <a:rPr lang="en-US" sz="22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4" name="Espace réservé du contenu 3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988CB31F-9BC4-930A-9F19-42CE50BD1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7356" y="640080"/>
            <a:ext cx="619759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00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CC323F-A2CD-C752-FC56-F85A855B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Comment Faire une snapshot de notre VM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088B51-91D4-4DA9-1CEF-C0602B6CCE08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Dans Virtual box Sélectionnez votre Vm puis allez dans l'onglet "prendre" 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3D9AD8A4-A5C6-2594-52EA-F280374AC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392402"/>
            <a:ext cx="6903720" cy="407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93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B1AA2C-5368-D388-4DD9-D94761C3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Choisissez un nom </a:t>
            </a:r>
          </a:p>
        </p:txBody>
      </p:sp>
      <p:pic>
        <p:nvPicPr>
          <p:cNvPr id="4" name="Espace réservé du contenu 3" descr="Une image contenant texte, capture d’écran, affichage, logiciel&#10;&#10;Description générée automatiquement">
            <a:extLst>
              <a:ext uri="{FF2B5EF4-FFF2-40B4-BE49-F238E27FC236}">
                <a16:creationId xmlns:a16="http://schemas.microsoft.com/office/drawing/2014/main" id="{60D48A2C-E1D7-FDF0-6897-8796DC79A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95259"/>
            <a:ext cx="6780700" cy="48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8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2D3DA7-DCD3-6C4A-5E82-00BFC5AE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Relancez votre VM avec le bouton démarrer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4BB50533-8305-B6AA-7B6C-A43673F74A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639426"/>
            <a:ext cx="6780700" cy="357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42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2862-D204-8AF6-37EB-0C66BC1E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Suppression du délai de la souris sur la VM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475A54-7ED8-B96B-648A-934E8FF2D8B2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Dans la barre d'outils de votre VM allez dans l'onglet Périphériques puis cliquez sur "Insérer l'image CD des additions invité..."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C2E50530-2900-83F3-C058-97EC20405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697" y="1558845"/>
            <a:ext cx="7448711" cy="374032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Cadre 6">
            <a:extLst>
              <a:ext uri="{FF2B5EF4-FFF2-40B4-BE49-F238E27FC236}">
                <a16:creationId xmlns:a16="http://schemas.microsoft.com/office/drawing/2014/main" id="{2B049D45-2E8B-340D-99B3-1756F2D26366}"/>
              </a:ext>
            </a:extLst>
          </p:cNvPr>
          <p:cNvSpPr/>
          <p:nvPr/>
        </p:nvSpPr>
        <p:spPr>
          <a:xfrm>
            <a:off x="5905499" y="3188368"/>
            <a:ext cx="2326105" cy="280736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369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0CD26A-F6E8-C9D1-2857-E0FEE196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Ouvrez l'explorateur de fichiers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527F7715-5B48-54D8-2E20-697793742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98604"/>
            <a:ext cx="6780700" cy="545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09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54EA7C-C55F-D2FB-2119-FBAC5A3B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Allez dans l'onglet "Ce PC" puis ouvrez le périphérique "Lecteur de CD (D:) VirtualBox Guest Additions)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808C057A-6008-62E7-DD5F-7C2B6AC43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61355"/>
            <a:ext cx="6780700" cy="493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83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CABFE2-E328-8EFE-C9A2-8FF01E10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Dans le périphérique ouvrez l'application "VBox Windows Additions"</a:t>
            </a:r>
          </a:p>
        </p:txBody>
      </p:sp>
      <p:pic>
        <p:nvPicPr>
          <p:cNvPr id="4" name="Espace réservé du contenu 3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C9CDAF66-5593-888D-B526-58248CC29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76597"/>
            <a:ext cx="6780700" cy="51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592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6CF4D5A-0D4A-0FF9-9B6A-9B0734297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Appuyez sur Oui</a:t>
            </a:r>
          </a:p>
        </p:txBody>
      </p:sp>
      <p:pic>
        <p:nvPicPr>
          <p:cNvPr id="4" name="Espace réservé du contenu 3" descr="Une image contenant texte, capture d’écran, Police, affichage&#10;&#10;Description générée automatiquement">
            <a:extLst>
              <a:ext uri="{FF2B5EF4-FFF2-40B4-BE49-F238E27FC236}">
                <a16:creationId xmlns:a16="http://schemas.microsoft.com/office/drawing/2014/main" id="{C8F2261C-7AF8-6FF2-F013-22545E272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93548"/>
            <a:ext cx="6780700" cy="50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70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E3EAA4-1F28-80D5-0132-3E8D8DF1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Cliquez sur suivant</a:t>
            </a:r>
          </a:p>
        </p:txBody>
      </p:sp>
      <p:pic>
        <p:nvPicPr>
          <p:cNvPr id="4" name="Espace réservé du contenu 3" descr="Une image contenant texte, capture d’écran, logo, Police&#10;&#10;Description générée automatiquement">
            <a:extLst>
              <a:ext uri="{FF2B5EF4-FFF2-40B4-BE49-F238E27FC236}">
                <a16:creationId xmlns:a16="http://schemas.microsoft.com/office/drawing/2014/main" id="{12C9458F-522C-972D-E841-4D06ED25F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66410"/>
            <a:ext cx="6780700" cy="532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60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DD557E-D00A-39BE-2D9D-FB9ACBEF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Sélectionnez suivant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ACC47A22-7E30-7857-6F13-485989A66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83362"/>
            <a:ext cx="6780700" cy="528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797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F65719-4965-E5FB-F6A4-B101208D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Cliquez sur Installer </a:t>
            </a:r>
          </a:p>
        </p:txBody>
      </p:sp>
      <p:pic>
        <p:nvPicPr>
          <p:cNvPr id="4" name="Espace réservé du contenu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90E754B3-771D-CBC1-785D-1275289AE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24030"/>
            <a:ext cx="6780700" cy="54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27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4363EF-F3A4-6801-FE91-D2341555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Redémarrez votre machine</a:t>
            </a:r>
          </a:p>
        </p:txBody>
      </p:sp>
      <p:pic>
        <p:nvPicPr>
          <p:cNvPr id="4" name="Espace réservé du contenu 3" descr="Une image contenant texte, capture d’écran, logiciel, Système d’exploitation&#10;&#10;Description générée automatiquement">
            <a:extLst>
              <a:ext uri="{FF2B5EF4-FFF2-40B4-BE49-F238E27FC236}">
                <a16:creationId xmlns:a16="http://schemas.microsoft.com/office/drawing/2014/main" id="{258DE631-3807-7034-4351-46B7BC7ED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32507"/>
            <a:ext cx="6780700" cy="53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18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FCF0E4-C623-DA40-C5AF-5E1071F5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Faîtes une snapshot à ce moment pour sauvegarder vos modifications</a:t>
            </a:r>
          </a:p>
        </p:txBody>
      </p:sp>
      <p:pic>
        <p:nvPicPr>
          <p:cNvPr id="4" name="Espace réservé du contenu 3" descr="Une image contenant texte, capture d’écran, Logiciel multimédia, logiciel&#10;&#10;Description générée automatiquement">
            <a:extLst>
              <a:ext uri="{FF2B5EF4-FFF2-40B4-BE49-F238E27FC236}">
                <a16:creationId xmlns:a16="http://schemas.microsoft.com/office/drawing/2014/main" id="{1C080D30-87E4-F655-D08E-6C891F09C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80095"/>
            <a:ext cx="6780700" cy="36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166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369F02-24A5-7C26-F788-01A3AD4E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Créez la snapshot</a:t>
            </a:r>
          </a:p>
        </p:txBody>
      </p:sp>
      <p:pic>
        <p:nvPicPr>
          <p:cNvPr id="4" name="Espace réservé du contenu 3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BEEC0551-FED9-D230-0E74-ED14F8D73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359722"/>
            <a:ext cx="6780700" cy="413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076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97725C-6431-496A-B11C-69135478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1716A6-0CBF-C201-B6B4-895D0FABF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023754"/>
            <a:ext cx="4900144" cy="27369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Voici votre VM prête à l'emploi, Félicitations pour votre installation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 descr="Une image contenant capture d’écran, texte, ordinateur, affichage&#10;&#10;Description générée automatiquement">
            <a:extLst>
              <a:ext uri="{FF2B5EF4-FFF2-40B4-BE49-F238E27FC236}">
                <a16:creationId xmlns:a16="http://schemas.microsoft.com/office/drawing/2014/main" id="{9BEEAB2A-3786-0192-41B0-16B0B9B1E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674" r="-2" b="-2"/>
          <a:stretch/>
        </p:blipFill>
        <p:spPr>
          <a:xfrm>
            <a:off x="7114162" y="471748"/>
            <a:ext cx="4324849" cy="255200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A163559C-C68D-5884-C999-92605F9C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9" r="17112"/>
          <a:stretch/>
        </p:blipFill>
        <p:spPr>
          <a:xfrm>
            <a:off x="7114162" y="3676230"/>
            <a:ext cx="4324849" cy="2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083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49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0" baseType="lpstr">
      <vt:lpstr>Thème Office</vt:lpstr>
      <vt:lpstr>Création d’une Machine Virtuelle sous Windows 10 via VirtualBox </vt:lpstr>
      <vt:lpstr>Ouvrez le programme VirtualBox puis cliquez sur "Nouvelle"</vt:lpstr>
      <vt:lpstr>Nommez-la comme vous le souhaitez</vt:lpstr>
      <vt:lpstr>Puis sélectionnez le fichier ISO que vous avez téléchargé au préalable (windows 10 ici)</vt:lpstr>
      <vt:lpstr>Appuyez sur suivant</vt:lpstr>
      <vt:lpstr>Sélectionnez 4096 MB de mémoire vive </vt:lpstr>
      <vt:lpstr> Sélectionnez « Créer un disque dur virtuel maintenant » </vt:lpstr>
      <vt:lpstr> Sélectionnez VDI </vt:lpstr>
      <vt:lpstr> Choisissez « Dynamiquement alloué » </vt:lpstr>
      <vt:lpstr>Sélectionnez environ 50GB de stockage, cela est largement suffisant</vt:lpstr>
      <vt:lpstr>Allez dans l’onglet « configuration » de votre VM.</vt:lpstr>
      <vt:lpstr>Sélectionnez "stockage" puis la petite icone avec le disque et dans « lecteur optique » choisissez votre fichier ISO. </vt:lpstr>
      <vt:lpstr>Choisissez votre Fichier nommé ISO </vt:lpstr>
      <vt:lpstr>Vous devez obtenir ceci </vt:lpstr>
      <vt:lpstr>Ensuite démarrez votre machine avec le bouton démarrer </vt:lpstr>
      <vt:lpstr>Sélectionnez votre langue et votre disposition clavier </vt:lpstr>
      <vt:lpstr>Installez Windows </vt:lpstr>
      <vt:lpstr>Sélectionnez "Personnalisé "</vt:lpstr>
      <vt:lpstr>Appuyez sur suivant </vt:lpstr>
      <vt:lpstr>Acceptez les conditions puis appuyez sur suivant</vt:lpstr>
      <vt:lpstr>Choisissez votre région </vt:lpstr>
      <vt:lpstr>Dites oui si cela est correct sinon changez </vt:lpstr>
      <vt:lpstr>Choisissez "Joindre le domaine à la place"</vt:lpstr>
      <vt:lpstr>Entrez votre nom d'utilisateur personnel</vt:lpstr>
      <vt:lpstr>Entrez un mot de passe si vous le souhaitez sinon appuyez sur suivant</vt:lpstr>
      <vt:lpstr>Sélectionnez non</vt:lpstr>
      <vt:lpstr>Sélectionnez données obligatoires</vt:lpstr>
      <vt:lpstr>Entrez non</vt:lpstr>
      <vt:lpstr>Sélectionnez non </vt:lpstr>
      <vt:lpstr>Choisissez non</vt:lpstr>
      <vt:lpstr>Sélectionnez non </vt:lpstr>
      <vt:lpstr>Patientez, (NE FERMEZ SURTOUT PAS VOTRE VM)</vt:lpstr>
      <vt:lpstr>Félicitations!!! Vous avez réussi à installer une VM sous Windows 10</vt:lpstr>
      <vt:lpstr>Maintenant éteignez votre VM</vt:lpstr>
      <vt:lpstr>Comment Faire une snapshot de notre VM</vt:lpstr>
      <vt:lpstr>Choisissez un nom </vt:lpstr>
      <vt:lpstr>Relancez votre VM avec le bouton démarrer</vt:lpstr>
      <vt:lpstr>Suppression du délai de la souris sur la VM</vt:lpstr>
      <vt:lpstr>Ouvrez l'explorateur de fichiers</vt:lpstr>
      <vt:lpstr>Allez dans l'onglet "Ce PC" puis ouvrez le périphérique "Lecteur de CD (D:) VirtualBox Guest Additions)</vt:lpstr>
      <vt:lpstr>Dans le périphérique ouvrez l'application "VBox Windows Additions"</vt:lpstr>
      <vt:lpstr>Appuyez sur Oui</vt:lpstr>
      <vt:lpstr>Cliquez sur suivant</vt:lpstr>
      <vt:lpstr>Sélectionnez suivant</vt:lpstr>
      <vt:lpstr>Cliquez sur Installer </vt:lpstr>
      <vt:lpstr>Redémarrez votre machine</vt:lpstr>
      <vt:lpstr>Faîtes une snapshot à ce moment pour sauvegarder vos modifications</vt:lpstr>
      <vt:lpstr>Créez la snapshot</vt:lpstr>
      <vt:lpstr>Voici votre VM prête à l'emploi, Félicitations pour votre installation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316</cp:revision>
  <dcterms:created xsi:type="dcterms:W3CDTF">2024-11-18T12:17:21Z</dcterms:created>
  <dcterms:modified xsi:type="dcterms:W3CDTF">2024-11-18T13:35:17Z</dcterms:modified>
</cp:coreProperties>
</file>